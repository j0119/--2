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9" r:id="rId1"/>
  </p:sldMasterIdLst>
  <p:notesMasterIdLst>
    <p:notesMasterId r:id="rId12"/>
  </p:notesMasterIdLst>
  <p:sldIdLst>
    <p:sldId id="256" r:id="rId2"/>
    <p:sldId id="263" r:id="rId3"/>
    <p:sldId id="259" r:id="rId4"/>
    <p:sldId id="264" r:id="rId5"/>
    <p:sldId id="344" r:id="rId6"/>
    <p:sldId id="345" r:id="rId7"/>
    <p:sldId id="269" r:id="rId8"/>
    <p:sldId id="261" r:id="rId9"/>
    <p:sldId id="270" r:id="rId10"/>
    <p:sldId id="262" r:id="rId11"/>
  </p:sldIdLst>
  <p:sldSz cx="9144000" cy="5143500" type="screen16x9"/>
  <p:notesSz cx="6858000" cy="9144000"/>
  <p:embeddedFontLst>
    <p:embeddedFont>
      <p:font typeface="Libre Baskerville" panose="02000000000000000000" pitchFamily="2" charset="0"/>
      <p:regular r:id="rId13"/>
      <p:bold r:id="rId14"/>
      <p:italic r:id="rId15"/>
      <p:boldItalic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  <p:embeddedFont>
      <p:font typeface="標楷體" panose="03000509000000000000" pitchFamily="65" charset="-12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276A5D5-BF81-46A3-9533-16616B27CECB}">
  <a:tblStyle styleId="{1276A5D5-BF81-46A3-9533-16616B27CE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0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113efd2e847_0_5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113efd2e847_0_5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15414e45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15414e45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113efd2e847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113efd2e847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g8a1f552b24_0_10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0" name="Google Shape;1410;g8a1f552b24_0_10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115414e4555_0_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115414e4555_0_5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113efd2e847_0_9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2" name="Google Shape;1452;g113efd2e847_0_9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8a1f552b24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8a1f552b24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7083550" y="3159225"/>
            <a:ext cx="2060450" cy="198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-3" y="0"/>
            <a:ext cx="3227225" cy="33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4228725" y="1288138"/>
            <a:ext cx="4200900" cy="18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61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562775" y="3062763"/>
            <a:ext cx="286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lt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9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 flipH="1">
            <a:off x="2958360" y="1779725"/>
            <a:ext cx="3227225" cy="33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714120" y="1576894"/>
            <a:ext cx="306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title" idx="2"/>
          </p:nvPr>
        </p:nvSpPr>
        <p:spPr>
          <a:xfrm>
            <a:off x="714125" y="546825"/>
            <a:ext cx="771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ubTitle" idx="1"/>
          </p:nvPr>
        </p:nvSpPr>
        <p:spPr>
          <a:xfrm>
            <a:off x="714125" y="1995206"/>
            <a:ext cx="2650200" cy="15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54" name="Google Shape;54;p9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SECTION_TITLE_AND_DESCRIPTION_1_1">
    <p:bg>
      <p:bgPr>
        <a:solidFill>
          <a:schemeClr val="lt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4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4350075" y="665212"/>
            <a:ext cx="4078151" cy="392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 flipH="1">
            <a:off x="490460" y="1223675"/>
            <a:ext cx="3227225" cy="33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4552901" y="1696025"/>
            <a:ext cx="3875400" cy="365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ubTitle" idx="1"/>
          </p:nvPr>
        </p:nvSpPr>
        <p:spPr>
          <a:xfrm>
            <a:off x="4342325" y="2333775"/>
            <a:ext cx="4087500" cy="15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74" name="Google Shape;74;p14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title" idx="2"/>
          </p:nvPr>
        </p:nvSpPr>
        <p:spPr>
          <a:xfrm>
            <a:off x="714125" y="546825"/>
            <a:ext cx="771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2">
    <p:bg>
      <p:bgPr>
        <a:solidFill>
          <a:schemeClr val="lt2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6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46875" y="1066325"/>
            <a:ext cx="4078151" cy="392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5200997" y="992275"/>
            <a:ext cx="3227225" cy="33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4875850" y="1974075"/>
            <a:ext cx="3552600" cy="76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3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subTitle" idx="1"/>
          </p:nvPr>
        </p:nvSpPr>
        <p:spPr>
          <a:xfrm>
            <a:off x="5817925" y="2844988"/>
            <a:ext cx="2610300" cy="6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title" idx="2" hasCustomPrompt="1"/>
          </p:nvPr>
        </p:nvSpPr>
        <p:spPr>
          <a:xfrm>
            <a:off x="1469350" y="1320513"/>
            <a:ext cx="1878300" cy="10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2_1">
    <p:bg>
      <p:bgPr>
        <a:solidFill>
          <a:schemeClr val="lt2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46875" y="1066325"/>
            <a:ext cx="4078151" cy="392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5200997" y="992275"/>
            <a:ext cx="3227225" cy="33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 flipH="1">
            <a:off x="715775" y="1974075"/>
            <a:ext cx="3703500" cy="76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3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ubTitle" idx="1"/>
          </p:nvPr>
        </p:nvSpPr>
        <p:spPr>
          <a:xfrm flipH="1">
            <a:off x="1808975" y="2844988"/>
            <a:ext cx="2610300" cy="6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5486750" y="1165263"/>
            <a:ext cx="1878300" cy="10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SECTION_HEADER_1_3_2">
    <p:bg>
      <p:bgPr>
        <a:solidFill>
          <a:schemeClr val="lt2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85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1" name="Google Shape;141;p22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1519237"/>
            <a:ext cx="2060450" cy="198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7083550" y="1639987"/>
            <a:ext cx="2060450" cy="198427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2"/>
          <p:cNvSpPr txBox="1">
            <a:spLocks noGrp="1"/>
          </p:cNvSpPr>
          <p:nvPr>
            <p:ph type="subTitle" idx="1"/>
          </p:nvPr>
        </p:nvSpPr>
        <p:spPr>
          <a:xfrm>
            <a:off x="714113" y="2235538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714125" y="1743775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title" idx="2" hasCustomPrompt="1"/>
          </p:nvPr>
        </p:nvSpPr>
        <p:spPr>
          <a:xfrm>
            <a:off x="705313" y="1245763"/>
            <a:ext cx="9126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4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6" name="Google Shape;146;p22"/>
          <p:cNvSpPr txBox="1">
            <a:spLocks noGrp="1"/>
          </p:cNvSpPr>
          <p:nvPr>
            <p:ph type="subTitle" idx="3"/>
          </p:nvPr>
        </p:nvSpPr>
        <p:spPr>
          <a:xfrm>
            <a:off x="714113" y="3938388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47" name="Google Shape;147;p22"/>
          <p:cNvSpPr txBox="1">
            <a:spLocks noGrp="1"/>
          </p:cNvSpPr>
          <p:nvPr>
            <p:ph type="title" idx="4"/>
          </p:nvPr>
        </p:nvSpPr>
        <p:spPr>
          <a:xfrm>
            <a:off x="714125" y="3442550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22"/>
          <p:cNvSpPr txBox="1">
            <a:spLocks noGrp="1"/>
          </p:cNvSpPr>
          <p:nvPr>
            <p:ph type="title" idx="5" hasCustomPrompt="1"/>
          </p:nvPr>
        </p:nvSpPr>
        <p:spPr>
          <a:xfrm>
            <a:off x="704413" y="2944538"/>
            <a:ext cx="9144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4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9" name="Google Shape;149;p22"/>
          <p:cNvSpPr txBox="1">
            <a:spLocks noGrp="1"/>
          </p:cNvSpPr>
          <p:nvPr>
            <p:ph type="subTitle" idx="6"/>
          </p:nvPr>
        </p:nvSpPr>
        <p:spPr>
          <a:xfrm>
            <a:off x="6088213" y="2235538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50" name="Google Shape;150;p22"/>
          <p:cNvSpPr txBox="1">
            <a:spLocks noGrp="1"/>
          </p:cNvSpPr>
          <p:nvPr>
            <p:ph type="title" idx="7"/>
          </p:nvPr>
        </p:nvSpPr>
        <p:spPr>
          <a:xfrm>
            <a:off x="6088225" y="1743775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title" idx="8" hasCustomPrompt="1"/>
          </p:nvPr>
        </p:nvSpPr>
        <p:spPr>
          <a:xfrm>
            <a:off x="7515413" y="1245763"/>
            <a:ext cx="9144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4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2" name="Google Shape;152;p22"/>
          <p:cNvSpPr txBox="1">
            <a:spLocks noGrp="1"/>
          </p:cNvSpPr>
          <p:nvPr>
            <p:ph type="subTitle" idx="9"/>
          </p:nvPr>
        </p:nvSpPr>
        <p:spPr>
          <a:xfrm>
            <a:off x="6088213" y="3938388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title" idx="13"/>
          </p:nvPr>
        </p:nvSpPr>
        <p:spPr>
          <a:xfrm>
            <a:off x="6088225" y="3442550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22">
            <a:hlinkClick r:id="" action="ppaction://noaction"/>
          </p:cNvPr>
          <p:cNvSpPr txBox="1">
            <a:spLocks noGrp="1"/>
          </p:cNvSpPr>
          <p:nvPr>
            <p:ph type="title" idx="14" hasCustomPrompt="1"/>
          </p:nvPr>
        </p:nvSpPr>
        <p:spPr>
          <a:xfrm>
            <a:off x="7515413" y="2944538"/>
            <a:ext cx="9144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4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22"/>
          <p:cNvSpPr txBox="1">
            <a:spLocks noGrp="1"/>
          </p:cNvSpPr>
          <p:nvPr>
            <p:ph type="title" idx="15"/>
          </p:nvPr>
        </p:nvSpPr>
        <p:spPr>
          <a:xfrm>
            <a:off x="714125" y="546825"/>
            <a:ext cx="771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3000" b="1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22"/>
          <p:cNvSpPr txBox="1">
            <a:spLocks noGrp="1"/>
          </p:cNvSpPr>
          <p:nvPr>
            <p:ph type="subTitle" idx="16"/>
          </p:nvPr>
        </p:nvSpPr>
        <p:spPr>
          <a:xfrm>
            <a:off x="3401175" y="3938388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title" idx="17"/>
          </p:nvPr>
        </p:nvSpPr>
        <p:spPr>
          <a:xfrm>
            <a:off x="3401187" y="3442550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22">
            <a:hlinkClick r:id="" action="ppaction://noaction"/>
          </p:cNvPr>
          <p:cNvSpPr txBox="1">
            <a:spLocks noGrp="1"/>
          </p:cNvSpPr>
          <p:nvPr>
            <p:ph type="title" idx="18" hasCustomPrompt="1"/>
          </p:nvPr>
        </p:nvSpPr>
        <p:spPr>
          <a:xfrm>
            <a:off x="4113975" y="2944538"/>
            <a:ext cx="9144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4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SECTION_HEADER_1_1_1_1">
    <p:bg>
      <p:bgPr>
        <a:solidFill>
          <a:schemeClr val="lt2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6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2060450" cy="198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6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7083550" y="3159225"/>
            <a:ext cx="2060450" cy="198427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6"/>
          <p:cNvSpPr txBox="1">
            <a:spLocks noGrp="1"/>
          </p:cNvSpPr>
          <p:nvPr>
            <p:ph type="subTitle" idx="1"/>
          </p:nvPr>
        </p:nvSpPr>
        <p:spPr>
          <a:xfrm>
            <a:off x="624575" y="2908099"/>
            <a:ext cx="2377500" cy="7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93" name="Google Shape;193;p26"/>
          <p:cNvSpPr txBox="1">
            <a:spLocks noGrp="1"/>
          </p:cNvSpPr>
          <p:nvPr>
            <p:ph type="subTitle" idx="2"/>
          </p:nvPr>
        </p:nvSpPr>
        <p:spPr>
          <a:xfrm>
            <a:off x="6141950" y="2908099"/>
            <a:ext cx="2377500" cy="7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subTitle" idx="3"/>
          </p:nvPr>
        </p:nvSpPr>
        <p:spPr>
          <a:xfrm>
            <a:off x="3383250" y="2908099"/>
            <a:ext cx="2377500" cy="7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95" name="Google Shape;195;p26"/>
          <p:cNvSpPr txBox="1">
            <a:spLocks noGrp="1"/>
          </p:cNvSpPr>
          <p:nvPr>
            <p:ph type="title"/>
          </p:nvPr>
        </p:nvSpPr>
        <p:spPr>
          <a:xfrm>
            <a:off x="913325" y="2472427"/>
            <a:ext cx="180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96" name="Google Shape;196;p26"/>
          <p:cNvSpPr txBox="1">
            <a:spLocks noGrp="1"/>
          </p:cNvSpPr>
          <p:nvPr>
            <p:ph type="title" idx="4"/>
          </p:nvPr>
        </p:nvSpPr>
        <p:spPr>
          <a:xfrm>
            <a:off x="6430700" y="2472427"/>
            <a:ext cx="180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97" name="Google Shape;197;p26"/>
          <p:cNvSpPr txBox="1">
            <a:spLocks noGrp="1"/>
          </p:cNvSpPr>
          <p:nvPr>
            <p:ph type="title" idx="5"/>
          </p:nvPr>
        </p:nvSpPr>
        <p:spPr>
          <a:xfrm>
            <a:off x="3672000" y="2472427"/>
            <a:ext cx="180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98" name="Google Shape;198;p26"/>
          <p:cNvSpPr txBox="1">
            <a:spLocks noGrp="1"/>
          </p:cNvSpPr>
          <p:nvPr>
            <p:ph type="title" idx="6"/>
          </p:nvPr>
        </p:nvSpPr>
        <p:spPr>
          <a:xfrm>
            <a:off x="714125" y="544075"/>
            <a:ext cx="771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99" name="Google Shape;199;p26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SECTION_HEADER_1_1_1_1_1_1_1_1">
    <p:bg>
      <p:bgPr>
        <a:solidFill>
          <a:schemeClr val="lt2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4"/>
          <p:cNvSpPr txBox="1">
            <a:spLocks noGrp="1"/>
          </p:cNvSpPr>
          <p:nvPr>
            <p:ph type="title"/>
          </p:nvPr>
        </p:nvSpPr>
        <p:spPr>
          <a:xfrm>
            <a:off x="714125" y="544075"/>
            <a:ext cx="771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73" name="Google Shape;273;p34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4" name="Google Shape;274;p34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176338" y="1157288"/>
            <a:ext cx="6791325" cy="282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SECTION_HEADER_1_3_1_1">
    <p:bg>
      <p:bgPr>
        <a:solidFill>
          <a:schemeClr val="lt2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44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1519237"/>
            <a:ext cx="2060450" cy="198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4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7083550" y="1639987"/>
            <a:ext cx="2060450" cy="1984276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4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SECTION_HEADER_1_3_1_1_1">
    <p:bg>
      <p:bgPr>
        <a:solidFill>
          <a:schemeClr val="lt2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5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4" name="Google Shape;334;p45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2209800" y="0"/>
            <a:ext cx="2105025" cy="217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5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 rot="10800000" flipH="1">
            <a:off x="4829175" y="2971175"/>
            <a:ext cx="2105025" cy="2172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800"/>
              <a:buFont typeface="Roboto"/>
              <a:buChar char="■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60" r:id="rId4"/>
    <p:sldLayoutId id="2147483662" r:id="rId5"/>
    <p:sldLayoutId id="2147483663" r:id="rId6"/>
    <p:sldLayoutId id="2147483668" r:id="rId7"/>
    <p:sldLayoutId id="2147483672" r:id="rId8"/>
    <p:sldLayoutId id="2147483680" r:id="rId9"/>
    <p:sldLayoutId id="2147483690" r:id="rId10"/>
    <p:sldLayoutId id="2147483691" r:id="rId11"/>
  </p:sldLayoutIdLst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38">
          <p15:clr>
            <a:srgbClr val="EA4335"/>
          </p15:clr>
        </p15:guide>
        <p15:guide id="2" orient="horz" pos="2903">
          <p15:clr>
            <a:srgbClr val="EA4335"/>
          </p15:clr>
        </p15:guide>
        <p15:guide id="3" pos="451">
          <p15:clr>
            <a:srgbClr val="EA4335"/>
          </p15:clr>
        </p15:guide>
        <p15:guide id="4" pos="5309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66"/>
          <p:cNvSpPr txBox="1">
            <a:spLocks noGrp="1"/>
          </p:cNvSpPr>
          <p:nvPr>
            <p:ph type="ctrTitle"/>
          </p:nvPr>
        </p:nvSpPr>
        <p:spPr>
          <a:xfrm>
            <a:off x="4346456" y="1728882"/>
            <a:ext cx="4200900" cy="18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6000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寵物</a:t>
            </a:r>
            <a:r>
              <a:rPr lang="zh-TW" altLang="en-US" sz="5400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合夥人</a:t>
            </a:r>
            <a:endParaRPr sz="5400"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13" name="Google Shape;613;p66"/>
          <p:cNvSpPr txBox="1">
            <a:spLocks noGrp="1"/>
          </p:cNvSpPr>
          <p:nvPr>
            <p:ph type="subTitle" idx="1"/>
          </p:nvPr>
        </p:nvSpPr>
        <p:spPr>
          <a:xfrm>
            <a:off x="2175680" y="1288146"/>
            <a:ext cx="286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4800" b="1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主題</a:t>
            </a:r>
            <a:r>
              <a:rPr lang="en-US" altLang="zh-TW" sz="4800" b="1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endParaRPr sz="4800" b="1"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614" name="Google Shape;614;p66"/>
          <p:cNvGrpSpPr/>
          <p:nvPr/>
        </p:nvGrpSpPr>
        <p:grpSpPr>
          <a:xfrm>
            <a:off x="7001273" y="4053888"/>
            <a:ext cx="2142727" cy="1012864"/>
            <a:chOff x="953187" y="2352950"/>
            <a:chExt cx="4174300" cy="2424517"/>
          </a:xfrm>
        </p:grpSpPr>
        <p:sp>
          <p:nvSpPr>
            <p:cNvPr id="615" name="Google Shape;615;p66"/>
            <p:cNvSpPr/>
            <p:nvPr/>
          </p:nvSpPr>
          <p:spPr>
            <a:xfrm>
              <a:off x="953187" y="4251247"/>
              <a:ext cx="4174300" cy="526220"/>
            </a:xfrm>
            <a:custGeom>
              <a:avLst/>
              <a:gdLst/>
              <a:ahLst/>
              <a:cxnLst/>
              <a:rect l="l" t="t" r="r" b="b"/>
              <a:pathLst>
                <a:path w="166972" h="15234" extrusionOk="0">
                  <a:moveTo>
                    <a:pt x="83486" y="1"/>
                  </a:moveTo>
                  <a:cubicBezTo>
                    <a:pt x="37370" y="1"/>
                    <a:pt x="1" y="3411"/>
                    <a:pt x="1" y="7617"/>
                  </a:cubicBezTo>
                  <a:cubicBezTo>
                    <a:pt x="1" y="11823"/>
                    <a:pt x="37370" y="15233"/>
                    <a:pt x="83486" y="15233"/>
                  </a:cubicBezTo>
                  <a:cubicBezTo>
                    <a:pt x="129602" y="15233"/>
                    <a:pt x="166971" y="11823"/>
                    <a:pt x="166971" y="7617"/>
                  </a:cubicBezTo>
                  <a:cubicBezTo>
                    <a:pt x="166971" y="3411"/>
                    <a:pt x="129602" y="1"/>
                    <a:pt x="834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16" name="Google Shape;616;p66"/>
            <p:cNvSpPr/>
            <p:nvPr/>
          </p:nvSpPr>
          <p:spPr>
            <a:xfrm>
              <a:off x="3151725" y="3745425"/>
              <a:ext cx="1626850" cy="696250"/>
            </a:xfrm>
            <a:custGeom>
              <a:avLst/>
              <a:gdLst/>
              <a:ahLst/>
              <a:cxnLst/>
              <a:rect l="l" t="t" r="r" b="b"/>
              <a:pathLst>
                <a:path w="65074" h="27850" extrusionOk="0">
                  <a:moveTo>
                    <a:pt x="1" y="1"/>
                  </a:moveTo>
                  <a:lnTo>
                    <a:pt x="1" y="27850"/>
                  </a:lnTo>
                  <a:lnTo>
                    <a:pt x="65073" y="27850"/>
                  </a:lnTo>
                  <a:lnTo>
                    <a:pt x="65073" y="25025"/>
                  </a:lnTo>
                  <a:lnTo>
                    <a:pt x="56808" y="25025"/>
                  </a:lnTo>
                  <a:lnTo>
                    <a:pt x="56808" y="2825"/>
                  </a:lnTo>
                  <a:lnTo>
                    <a:pt x="65073" y="2825"/>
                  </a:lnTo>
                  <a:lnTo>
                    <a:pt x="6507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17" name="Google Shape;617;p66"/>
            <p:cNvSpPr/>
            <p:nvPr/>
          </p:nvSpPr>
          <p:spPr>
            <a:xfrm>
              <a:off x="1524925" y="3745425"/>
              <a:ext cx="1626825" cy="696250"/>
            </a:xfrm>
            <a:custGeom>
              <a:avLst/>
              <a:gdLst/>
              <a:ahLst/>
              <a:cxnLst/>
              <a:rect l="l" t="t" r="r" b="b"/>
              <a:pathLst>
                <a:path w="65073" h="27850" extrusionOk="0">
                  <a:moveTo>
                    <a:pt x="0" y="1"/>
                  </a:moveTo>
                  <a:lnTo>
                    <a:pt x="0" y="27850"/>
                  </a:lnTo>
                  <a:lnTo>
                    <a:pt x="65073" y="27850"/>
                  </a:lnTo>
                  <a:lnTo>
                    <a:pt x="6507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18" name="Google Shape;618;p66"/>
            <p:cNvSpPr/>
            <p:nvPr/>
          </p:nvSpPr>
          <p:spPr>
            <a:xfrm>
              <a:off x="1371125" y="3745425"/>
              <a:ext cx="308125" cy="696250"/>
            </a:xfrm>
            <a:custGeom>
              <a:avLst/>
              <a:gdLst/>
              <a:ahLst/>
              <a:cxnLst/>
              <a:rect l="l" t="t" r="r" b="b"/>
              <a:pathLst>
                <a:path w="12325" h="27850" extrusionOk="0">
                  <a:moveTo>
                    <a:pt x="6152" y="1"/>
                  </a:moveTo>
                  <a:cubicBezTo>
                    <a:pt x="2763" y="1"/>
                    <a:pt x="1" y="6236"/>
                    <a:pt x="1" y="13936"/>
                  </a:cubicBezTo>
                  <a:cubicBezTo>
                    <a:pt x="1" y="21615"/>
                    <a:pt x="2763" y="27850"/>
                    <a:pt x="6152" y="27850"/>
                  </a:cubicBezTo>
                  <a:cubicBezTo>
                    <a:pt x="9563" y="27850"/>
                    <a:pt x="12325" y="21615"/>
                    <a:pt x="12325" y="13936"/>
                  </a:cubicBezTo>
                  <a:cubicBezTo>
                    <a:pt x="12325" y="6236"/>
                    <a:pt x="9563" y="1"/>
                    <a:pt x="61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19" name="Google Shape;619;p66"/>
            <p:cNvSpPr/>
            <p:nvPr/>
          </p:nvSpPr>
          <p:spPr>
            <a:xfrm>
              <a:off x="2992725" y="3745425"/>
              <a:ext cx="307600" cy="696250"/>
            </a:xfrm>
            <a:custGeom>
              <a:avLst/>
              <a:gdLst/>
              <a:ahLst/>
              <a:cxnLst/>
              <a:rect l="l" t="t" r="r" b="b"/>
              <a:pathLst>
                <a:path w="12304" h="27850" extrusionOk="0">
                  <a:moveTo>
                    <a:pt x="6152" y="1"/>
                  </a:moveTo>
                  <a:cubicBezTo>
                    <a:pt x="2741" y="1"/>
                    <a:pt x="0" y="6236"/>
                    <a:pt x="0" y="13936"/>
                  </a:cubicBezTo>
                  <a:cubicBezTo>
                    <a:pt x="0" y="21615"/>
                    <a:pt x="2741" y="27850"/>
                    <a:pt x="6152" y="27850"/>
                  </a:cubicBezTo>
                  <a:cubicBezTo>
                    <a:pt x="9541" y="27850"/>
                    <a:pt x="12303" y="21615"/>
                    <a:pt x="12303" y="13936"/>
                  </a:cubicBezTo>
                  <a:cubicBezTo>
                    <a:pt x="12303" y="6236"/>
                    <a:pt x="9541" y="1"/>
                    <a:pt x="61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20" name="Google Shape;620;p66"/>
            <p:cNvSpPr/>
            <p:nvPr/>
          </p:nvSpPr>
          <p:spPr>
            <a:xfrm>
              <a:off x="3099950" y="3816050"/>
              <a:ext cx="245350" cy="555025"/>
            </a:xfrm>
            <a:custGeom>
              <a:avLst/>
              <a:gdLst/>
              <a:ahLst/>
              <a:cxnLst/>
              <a:rect l="l" t="t" r="r" b="b"/>
              <a:pathLst>
                <a:path w="9814" h="22201" extrusionOk="0">
                  <a:moveTo>
                    <a:pt x="4917" y="0"/>
                  </a:moveTo>
                  <a:cubicBezTo>
                    <a:pt x="2197" y="0"/>
                    <a:pt x="0" y="4980"/>
                    <a:pt x="0" y="11111"/>
                  </a:cubicBezTo>
                  <a:cubicBezTo>
                    <a:pt x="0" y="17241"/>
                    <a:pt x="2197" y="22200"/>
                    <a:pt x="4917" y="22200"/>
                  </a:cubicBezTo>
                  <a:cubicBezTo>
                    <a:pt x="7617" y="22200"/>
                    <a:pt x="9814" y="17241"/>
                    <a:pt x="9814" y="11111"/>
                  </a:cubicBezTo>
                  <a:cubicBezTo>
                    <a:pt x="9814" y="4980"/>
                    <a:pt x="7617" y="0"/>
                    <a:pt x="49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21" name="Google Shape;621;p66"/>
            <p:cNvSpPr/>
            <p:nvPr/>
          </p:nvSpPr>
          <p:spPr>
            <a:xfrm>
              <a:off x="3222875" y="3816050"/>
              <a:ext cx="1497100" cy="555025"/>
            </a:xfrm>
            <a:custGeom>
              <a:avLst/>
              <a:gdLst/>
              <a:ahLst/>
              <a:cxnLst/>
              <a:rect l="l" t="t" r="r" b="b"/>
              <a:pathLst>
                <a:path w="59884" h="22201" extrusionOk="0">
                  <a:moveTo>
                    <a:pt x="0" y="0"/>
                  </a:moveTo>
                  <a:lnTo>
                    <a:pt x="0" y="22200"/>
                  </a:lnTo>
                  <a:lnTo>
                    <a:pt x="59884" y="22200"/>
                  </a:lnTo>
                  <a:cubicBezTo>
                    <a:pt x="58587" y="22200"/>
                    <a:pt x="57519" y="17241"/>
                    <a:pt x="57519" y="11111"/>
                  </a:cubicBezTo>
                  <a:cubicBezTo>
                    <a:pt x="57519" y="4980"/>
                    <a:pt x="58587" y="0"/>
                    <a:pt x="598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22" name="Google Shape;622;p66"/>
            <p:cNvSpPr/>
            <p:nvPr/>
          </p:nvSpPr>
          <p:spPr>
            <a:xfrm>
              <a:off x="4753950" y="3745425"/>
              <a:ext cx="49200" cy="70650"/>
            </a:xfrm>
            <a:custGeom>
              <a:avLst/>
              <a:gdLst/>
              <a:ahLst/>
              <a:cxnLst/>
              <a:rect l="l" t="t" r="r" b="b"/>
              <a:pathLst>
                <a:path w="1968" h="2826" extrusionOk="0">
                  <a:moveTo>
                    <a:pt x="984" y="1"/>
                  </a:moveTo>
                  <a:cubicBezTo>
                    <a:pt x="440" y="1"/>
                    <a:pt x="1" y="628"/>
                    <a:pt x="1" y="1423"/>
                  </a:cubicBezTo>
                  <a:cubicBezTo>
                    <a:pt x="1" y="2198"/>
                    <a:pt x="440" y="2825"/>
                    <a:pt x="984" y="2825"/>
                  </a:cubicBezTo>
                  <a:cubicBezTo>
                    <a:pt x="1528" y="2825"/>
                    <a:pt x="1968" y="2198"/>
                    <a:pt x="1968" y="1423"/>
                  </a:cubicBezTo>
                  <a:cubicBezTo>
                    <a:pt x="1968" y="628"/>
                    <a:pt x="1528" y="1"/>
                    <a:pt x="9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23" name="Google Shape;623;p66"/>
            <p:cNvSpPr/>
            <p:nvPr/>
          </p:nvSpPr>
          <p:spPr>
            <a:xfrm>
              <a:off x="4753950" y="4371050"/>
              <a:ext cx="49200" cy="70625"/>
            </a:xfrm>
            <a:custGeom>
              <a:avLst/>
              <a:gdLst/>
              <a:ahLst/>
              <a:cxnLst/>
              <a:rect l="l" t="t" r="r" b="b"/>
              <a:pathLst>
                <a:path w="1968" h="2825" extrusionOk="0">
                  <a:moveTo>
                    <a:pt x="984" y="0"/>
                  </a:moveTo>
                  <a:cubicBezTo>
                    <a:pt x="440" y="0"/>
                    <a:pt x="1" y="628"/>
                    <a:pt x="1" y="1423"/>
                  </a:cubicBezTo>
                  <a:cubicBezTo>
                    <a:pt x="1" y="2197"/>
                    <a:pt x="440" y="2825"/>
                    <a:pt x="984" y="2825"/>
                  </a:cubicBezTo>
                  <a:cubicBezTo>
                    <a:pt x="1528" y="2825"/>
                    <a:pt x="1968" y="2197"/>
                    <a:pt x="1968" y="1423"/>
                  </a:cubicBezTo>
                  <a:cubicBezTo>
                    <a:pt x="1968" y="628"/>
                    <a:pt x="1528" y="0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24" name="Google Shape;624;p66"/>
            <p:cNvSpPr/>
            <p:nvPr/>
          </p:nvSpPr>
          <p:spPr>
            <a:xfrm>
              <a:off x="3345275" y="3941600"/>
              <a:ext cx="205075" cy="320675"/>
            </a:xfrm>
            <a:custGeom>
              <a:avLst/>
              <a:gdLst/>
              <a:ahLst/>
              <a:cxnLst/>
              <a:rect l="l" t="t" r="r" b="b"/>
              <a:pathLst>
                <a:path w="8203" h="12827" extrusionOk="0">
                  <a:moveTo>
                    <a:pt x="1" y="0"/>
                  </a:moveTo>
                  <a:lnTo>
                    <a:pt x="1" y="12826"/>
                  </a:lnTo>
                  <a:lnTo>
                    <a:pt x="4102" y="9123"/>
                  </a:lnTo>
                  <a:lnTo>
                    <a:pt x="8203" y="12826"/>
                  </a:lnTo>
                  <a:lnTo>
                    <a:pt x="8203" y="0"/>
                  </a:lnTo>
                  <a:close/>
                </a:path>
              </a:pathLst>
            </a:custGeom>
            <a:solidFill>
              <a:srgbClr val="EF5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25" name="Google Shape;625;p66"/>
            <p:cNvSpPr/>
            <p:nvPr/>
          </p:nvSpPr>
          <p:spPr>
            <a:xfrm>
              <a:off x="2862975" y="3049200"/>
              <a:ext cx="1626850" cy="696250"/>
            </a:xfrm>
            <a:custGeom>
              <a:avLst/>
              <a:gdLst/>
              <a:ahLst/>
              <a:cxnLst/>
              <a:rect l="l" t="t" r="r" b="b"/>
              <a:pathLst>
                <a:path w="65074" h="27850" extrusionOk="0">
                  <a:moveTo>
                    <a:pt x="1" y="0"/>
                  </a:moveTo>
                  <a:lnTo>
                    <a:pt x="1" y="27850"/>
                  </a:lnTo>
                  <a:lnTo>
                    <a:pt x="65073" y="27850"/>
                  </a:lnTo>
                  <a:lnTo>
                    <a:pt x="65073" y="25025"/>
                  </a:lnTo>
                  <a:lnTo>
                    <a:pt x="56809" y="25025"/>
                  </a:lnTo>
                  <a:lnTo>
                    <a:pt x="56809" y="2825"/>
                  </a:lnTo>
                  <a:lnTo>
                    <a:pt x="65073" y="2825"/>
                  </a:lnTo>
                  <a:lnTo>
                    <a:pt x="65073" y="0"/>
                  </a:lnTo>
                  <a:close/>
                </a:path>
              </a:pathLst>
            </a:custGeom>
            <a:solidFill>
              <a:srgbClr val="9B74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26" name="Google Shape;626;p66"/>
            <p:cNvSpPr/>
            <p:nvPr/>
          </p:nvSpPr>
          <p:spPr>
            <a:xfrm>
              <a:off x="1236175" y="3049200"/>
              <a:ext cx="1626825" cy="696250"/>
            </a:xfrm>
            <a:custGeom>
              <a:avLst/>
              <a:gdLst/>
              <a:ahLst/>
              <a:cxnLst/>
              <a:rect l="l" t="t" r="r" b="b"/>
              <a:pathLst>
                <a:path w="65073" h="27850" extrusionOk="0">
                  <a:moveTo>
                    <a:pt x="1" y="0"/>
                  </a:moveTo>
                  <a:lnTo>
                    <a:pt x="1" y="27850"/>
                  </a:lnTo>
                  <a:lnTo>
                    <a:pt x="65073" y="27850"/>
                  </a:lnTo>
                  <a:lnTo>
                    <a:pt x="6507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27" name="Google Shape;627;p66"/>
            <p:cNvSpPr/>
            <p:nvPr/>
          </p:nvSpPr>
          <p:spPr>
            <a:xfrm>
              <a:off x="1082375" y="3049200"/>
              <a:ext cx="307625" cy="696250"/>
            </a:xfrm>
            <a:custGeom>
              <a:avLst/>
              <a:gdLst/>
              <a:ahLst/>
              <a:cxnLst/>
              <a:rect l="l" t="t" r="r" b="b"/>
              <a:pathLst>
                <a:path w="12305" h="27850" extrusionOk="0">
                  <a:moveTo>
                    <a:pt x="6153" y="0"/>
                  </a:moveTo>
                  <a:cubicBezTo>
                    <a:pt x="2763" y="0"/>
                    <a:pt x="1" y="6236"/>
                    <a:pt x="1" y="13915"/>
                  </a:cubicBezTo>
                  <a:cubicBezTo>
                    <a:pt x="1" y="21614"/>
                    <a:pt x="2763" y="27850"/>
                    <a:pt x="6153" y="27850"/>
                  </a:cubicBezTo>
                  <a:cubicBezTo>
                    <a:pt x="9563" y="27850"/>
                    <a:pt x="12304" y="21614"/>
                    <a:pt x="12304" y="13915"/>
                  </a:cubicBezTo>
                  <a:cubicBezTo>
                    <a:pt x="12304" y="6236"/>
                    <a:pt x="9563" y="0"/>
                    <a:pt x="61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28" name="Google Shape;628;p66"/>
            <p:cNvSpPr/>
            <p:nvPr/>
          </p:nvSpPr>
          <p:spPr>
            <a:xfrm>
              <a:off x="2703450" y="3049200"/>
              <a:ext cx="308125" cy="696250"/>
            </a:xfrm>
            <a:custGeom>
              <a:avLst/>
              <a:gdLst/>
              <a:ahLst/>
              <a:cxnLst/>
              <a:rect l="l" t="t" r="r" b="b"/>
              <a:pathLst>
                <a:path w="12325" h="27850" extrusionOk="0">
                  <a:moveTo>
                    <a:pt x="6173" y="0"/>
                  </a:moveTo>
                  <a:cubicBezTo>
                    <a:pt x="2762" y="0"/>
                    <a:pt x="0" y="6236"/>
                    <a:pt x="0" y="13915"/>
                  </a:cubicBezTo>
                  <a:cubicBezTo>
                    <a:pt x="0" y="21614"/>
                    <a:pt x="2762" y="27850"/>
                    <a:pt x="6173" y="27850"/>
                  </a:cubicBezTo>
                  <a:cubicBezTo>
                    <a:pt x="9562" y="27850"/>
                    <a:pt x="12324" y="21614"/>
                    <a:pt x="12324" y="13915"/>
                  </a:cubicBezTo>
                  <a:cubicBezTo>
                    <a:pt x="12324" y="6236"/>
                    <a:pt x="9562" y="0"/>
                    <a:pt x="6173" y="0"/>
                  </a:cubicBezTo>
                  <a:close/>
                </a:path>
              </a:pathLst>
            </a:custGeom>
            <a:solidFill>
              <a:srgbClr val="9B74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29" name="Google Shape;629;p66"/>
            <p:cNvSpPr/>
            <p:nvPr/>
          </p:nvSpPr>
          <p:spPr>
            <a:xfrm>
              <a:off x="2811200" y="3119825"/>
              <a:ext cx="245350" cy="555000"/>
            </a:xfrm>
            <a:custGeom>
              <a:avLst/>
              <a:gdLst/>
              <a:ahLst/>
              <a:cxnLst/>
              <a:rect l="l" t="t" r="r" b="b"/>
              <a:pathLst>
                <a:path w="9814" h="22200" extrusionOk="0">
                  <a:moveTo>
                    <a:pt x="4897" y="0"/>
                  </a:moveTo>
                  <a:cubicBezTo>
                    <a:pt x="2198" y="0"/>
                    <a:pt x="1" y="4959"/>
                    <a:pt x="1" y="11090"/>
                  </a:cubicBezTo>
                  <a:cubicBezTo>
                    <a:pt x="1" y="17220"/>
                    <a:pt x="2198" y="22200"/>
                    <a:pt x="4897" y="22200"/>
                  </a:cubicBezTo>
                  <a:cubicBezTo>
                    <a:pt x="7617" y="22200"/>
                    <a:pt x="9814" y="17220"/>
                    <a:pt x="9814" y="11090"/>
                  </a:cubicBezTo>
                  <a:cubicBezTo>
                    <a:pt x="9814" y="4959"/>
                    <a:pt x="7617" y="0"/>
                    <a:pt x="4897" y="0"/>
                  </a:cubicBezTo>
                  <a:close/>
                </a:path>
              </a:pathLst>
            </a:custGeom>
            <a:solidFill>
              <a:srgbClr val="FFF9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30" name="Google Shape;630;p66"/>
            <p:cNvSpPr/>
            <p:nvPr/>
          </p:nvSpPr>
          <p:spPr>
            <a:xfrm>
              <a:off x="2933600" y="3119825"/>
              <a:ext cx="1497125" cy="555000"/>
            </a:xfrm>
            <a:custGeom>
              <a:avLst/>
              <a:gdLst/>
              <a:ahLst/>
              <a:cxnLst/>
              <a:rect l="l" t="t" r="r" b="b"/>
              <a:pathLst>
                <a:path w="59885" h="22200" extrusionOk="0">
                  <a:moveTo>
                    <a:pt x="1" y="0"/>
                  </a:moveTo>
                  <a:lnTo>
                    <a:pt x="1" y="22200"/>
                  </a:lnTo>
                  <a:lnTo>
                    <a:pt x="59884" y="22200"/>
                  </a:lnTo>
                  <a:cubicBezTo>
                    <a:pt x="58587" y="22200"/>
                    <a:pt x="57541" y="17220"/>
                    <a:pt x="57541" y="11090"/>
                  </a:cubicBezTo>
                  <a:cubicBezTo>
                    <a:pt x="57541" y="4980"/>
                    <a:pt x="58587" y="0"/>
                    <a:pt x="59884" y="0"/>
                  </a:cubicBezTo>
                  <a:close/>
                </a:path>
              </a:pathLst>
            </a:custGeom>
            <a:solidFill>
              <a:srgbClr val="FFF9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31" name="Google Shape;631;p66"/>
            <p:cNvSpPr/>
            <p:nvPr/>
          </p:nvSpPr>
          <p:spPr>
            <a:xfrm>
              <a:off x="4465225" y="3049200"/>
              <a:ext cx="48650" cy="70625"/>
            </a:xfrm>
            <a:custGeom>
              <a:avLst/>
              <a:gdLst/>
              <a:ahLst/>
              <a:cxnLst/>
              <a:rect l="l" t="t" r="r" b="b"/>
              <a:pathLst>
                <a:path w="1946" h="2825" extrusionOk="0">
                  <a:moveTo>
                    <a:pt x="983" y="0"/>
                  </a:moveTo>
                  <a:cubicBezTo>
                    <a:pt x="439" y="0"/>
                    <a:pt x="0" y="628"/>
                    <a:pt x="0" y="1402"/>
                  </a:cubicBezTo>
                  <a:cubicBezTo>
                    <a:pt x="0" y="2197"/>
                    <a:pt x="439" y="2825"/>
                    <a:pt x="983" y="2825"/>
                  </a:cubicBezTo>
                  <a:cubicBezTo>
                    <a:pt x="1507" y="2825"/>
                    <a:pt x="1946" y="2197"/>
                    <a:pt x="1946" y="1402"/>
                  </a:cubicBezTo>
                  <a:cubicBezTo>
                    <a:pt x="1946" y="628"/>
                    <a:pt x="1507" y="0"/>
                    <a:pt x="983" y="0"/>
                  </a:cubicBezTo>
                  <a:close/>
                </a:path>
              </a:pathLst>
            </a:custGeom>
            <a:solidFill>
              <a:srgbClr val="EF5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32" name="Google Shape;632;p66"/>
            <p:cNvSpPr/>
            <p:nvPr/>
          </p:nvSpPr>
          <p:spPr>
            <a:xfrm>
              <a:off x="4465225" y="3674800"/>
              <a:ext cx="49175" cy="70650"/>
            </a:xfrm>
            <a:custGeom>
              <a:avLst/>
              <a:gdLst/>
              <a:ahLst/>
              <a:cxnLst/>
              <a:rect l="l" t="t" r="r" b="b"/>
              <a:pathLst>
                <a:path w="1967" h="2826" extrusionOk="0">
                  <a:moveTo>
                    <a:pt x="983" y="1"/>
                  </a:moveTo>
                  <a:cubicBezTo>
                    <a:pt x="439" y="1"/>
                    <a:pt x="0" y="629"/>
                    <a:pt x="0" y="1403"/>
                  </a:cubicBezTo>
                  <a:cubicBezTo>
                    <a:pt x="0" y="2198"/>
                    <a:pt x="439" y="2826"/>
                    <a:pt x="983" y="2826"/>
                  </a:cubicBezTo>
                  <a:cubicBezTo>
                    <a:pt x="1527" y="2826"/>
                    <a:pt x="1967" y="2198"/>
                    <a:pt x="1967" y="1403"/>
                  </a:cubicBezTo>
                  <a:cubicBezTo>
                    <a:pt x="1967" y="629"/>
                    <a:pt x="1527" y="1"/>
                    <a:pt x="9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33" name="Google Shape;633;p66"/>
            <p:cNvSpPr/>
            <p:nvPr/>
          </p:nvSpPr>
          <p:spPr>
            <a:xfrm>
              <a:off x="3347375" y="2352950"/>
              <a:ext cx="1626300" cy="696275"/>
            </a:xfrm>
            <a:custGeom>
              <a:avLst/>
              <a:gdLst/>
              <a:ahLst/>
              <a:cxnLst/>
              <a:rect l="l" t="t" r="r" b="b"/>
              <a:pathLst>
                <a:path w="65052" h="27851" extrusionOk="0">
                  <a:moveTo>
                    <a:pt x="0" y="1"/>
                  </a:moveTo>
                  <a:lnTo>
                    <a:pt x="0" y="27850"/>
                  </a:lnTo>
                  <a:lnTo>
                    <a:pt x="65052" y="27850"/>
                  </a:lnTo>
                  <a:lnTo>
                    <a:pt x="65052" y="25005"/>
                  </a:lnTo>
                  <a:lnTo>
                    <a:pt x="56787" y="25005"/>
                  </a:lnTo>
                  <a:lnTo>
                    <a:pt x="56787" y="2826"/>
                  </a:lnTo>
                  <a:lnTo>
                    <a:pt x="65052" y="2826"/>
                  </a:lnTo>
                  <a:lnTo>
                    <a:pt x="65052" y="1"/>
                  </a:lnTo>
                  <a:close/>
                </a:path>
              </a:pathLst>
            </a:custGeom>
            <a:solidFill>
              <a:srgbClr val="7164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34" name="Google Shape;634;p66"/>
            <p:cNvSpPr/>
            <p:nvPr/>
          </p:nvSpPr>
          <p:spPr>
            <a:xfrm>
              <a:off x="1720550" y="2352950"/>
              <a:ext cx="1626325" cy="696275"/>
            </a:xfrm>
            <a:custGeom>
              <a:avLst/>
              <a:gdLst/>
              <a:ahLst/>
              <a:cxnLst/>
              <a:rect l="l" t="t" r="r" b="b"/>
              <a:pathLst>
                <a:path w="65053" h="27851" extrusionOk="0">
                  <a:moveTo>
                    <a:pt x="1" y="1"/>
                  </a:moveTo>
                  <a:lnTo>
                    <a:pt x="1" y="27850"/>
                  </a:lnTo>
                  <a:lnTo>
                    <a:pt x="65052" y="27850"/>
                  </a:lnTo>
                  <a:lnTo>
                    <a:pt x="650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35" name="Google Shape;635;p66"/>
            <p:cNvSpPr/>
            <p:nvPr/>
          </p:nvSpPr>
          <p:spPr>
            <a:xfrm>
              <a:off x="1566250" y="2352950"/>
              <a:ext cx="308125" cy="696275"/>
            </a:xfrm>
            <a:custGeom>
              <a:avLst/>
              <a:gdLst/>
              <a:ahLst/>
              <a:cxnLst/>
              <a:rect l="l" t="t" r="r" b="b"/>
              <a:pathLst>
                <a:path w="12325" h="27851" extrusionOk="0">
                  <a:moveTo>
                    <a:pt x="6173" y="1"/>
                  </a:moveTo>
                  <a:cubicBezTo>
                    <a:pt x="2762" y="1"/>
                    <a:pt x="0" y="6236"/>
                    <a:pt x="0" y="13915"/>
                  </a:cubicBezTo>
                  <a:cubicBezTo>
                    <a:pt x="0" y="21615"/>
                    <a:pt x="2762" y="27850"/>
                    <a:pt x="6173" y="27850"/>
                  </a:cubicBezTo>
                  <a:cubicBezTo>
                    <a:pt x="9562" y="27850"/>
                    <a:pt x="12324" y="21615"/>
                    <a:pt x="12324" y="13915"/>
                  </a:cubicBezTo>
                  <a:cubicBezTo>
                    <a:pt x="12324" y="6236"/>
                    <a:pt x="9562" y="1"/>
                    <a:pt x="6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36" name="Google Shape;636;p66"/>
            <p:cNvSpPr/>
            <p:nvPr/>
          </p:nvSpPr>
          <p:spPr>
            <a:xfrm>
              <a:off x="3187825" y="2352950"/>
              <a:ext cx="307600" cy="696275"/>
            </a:xfrm>
            <a:custGeom>
              <a:avLst/>
              <a:gdLst/>
              <a:ahLst/>
              <a:cxnLst/>
              <a:rect l="l" t="t" r="r" b="b"/>
              <a:pathLst>
                <a:path w="12304" h="27851" extrusionOk="0">
                  <a:moveTo>
                    <a:pt x="6152" y="1"/>
                  </a:moveTo>
                  <a:cubicBezTo>
                    <a:pt x="2762" y="1"/>
                    <a:pt x="1" y="6236"/>
                    <a:pt x="1" y="13915"/>
                  </a:cubicBezTo>
                  <a:cubicBezTo>
                    <a:pt x="1" y="21615"/>
                    <a:pt x="2762" y="27850"/>
                    <a:pt x="6152" y="27850"/>
                  </a:cubicBezTo>
                  <a:cubicBezTo>
                    <a:pt x="9563" y="27850"/>
                    <a:pt x="12304" y="21615"/>
                    <a:pt x="12304" y="13915"/>
                  </a:cubicBezTo>
                  <a:cubicBezTo>
                    <a:pt x="12304" y="6236"/>
                    <a:pt x="9563" y="1"/>
                    <a:pt x="6152" y="1"/>
                  </a:cubicBezTo>
                  <a:close/>
                </a:path>
              </a:pathLst>
            </a:custGeom>
            <a:solidFill>
              <a:srgbClr val="7164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37" name="Google Shape;637;p66"/>
            <p:cNvSpPr/>
            <p:nvPr/>
          </p:nvSpPr>
          <p:spPr>
            <a:xfrm>
              <a:off x="3295050" y="2423575"/>
              <a:ext cx="245375" cy="555025"/>
            </a:xfrm>
            <a:custGeom>
              <a:avLst/>
              <a:gdLst/>
              <a:ahLst/>
              <a:cxnLst/>
              <a:rect l="l" t="t" r="r" b="b"/>
              <a:pathLst>
                <a:path w="9815" h="22201" extrusionOk="0">
                  <a:moveTo>
                    <a:pt x="4918" y="1"/>
                  </a:moveTo>
                  <a:cubicBezTo>
                    <a:pt x="2198" y="1"/>
                    <a:pt x="1" y="4960"/>
                    <a:pt x="1" y="11090"/>
                  </a:cubicBezTo>
                  <a:cubicBezTo>
                    <a:pt x="1" y="17221"/>
                    <a:pt x="2198" y="22201"/>
                    <a:pt x="4918" y="22201"/>
                  </a:cubicBezTo>
                  <a:cubicBezTo>
                    <a:pt x="7617" y="22201"/>
                    <a:pt x="9814" y="17221"/>
                    <a:pt x="9814" y="11090"/>
                  </a:cubicBezTo>
                  <a:cubicBezTo>
                    <a:pt x="9814" y="4960"/>
                    <a:pt x="7617" y="1"/>
                    <a:pt x="49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38" name="Google Shape;638;p66"/>
            <p:cNvSpPr/>
            <p:nvPr/>
          </p:nvSpPr>
          <p:spPr>
            <a:xfrm>
              <a:off x="3417975" y="2423575"/>
              <a:ext cx="1497125" cy="554500"/>
            </a:xfrm>
            <a:custGeom>
              <a:avLst/>
              <a:gdLst/>
              <a:ahLst/>
              <a:cxnLst/>
              <a:rect l="l" t="t" r="r" b="b"/>
              <a:pathLst>
                <a:path w="59885" h="22180" extrusionOk="0">
                  <a:moveTo>
                    <a:pt x="1" y="1"/>
                  </a:moveTo>
                  <a:lnTo>
                    <a:pt x="1" y="22180"/>
                  </a:lnTo>
                  <a:lnTo>
                    <a:pt x="59884" y="22180"/>
                  </a:lnTo>
                  <a:cubicBezTo>
                    <a:pt x="58587" y="22180"/>
                    <a:pt x="57541" y="17221"/>
                    <a:pt x="57541" y="11090"/>
                  </a:cubicBezTo>
                  <a:cubicBezTo>
                    <a:pt x="57541" y="4960"/>
                    <a:pt x="58587" y="1"/>
                    <a:pt x="598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39" name="Google Shape;639;p66"/>
            <p:cNvSpPr/>
            <p:nvPr/>
          </p:nvSpPr>
          <p:spPr>
            <a:xfrm>
              <a:off x="4949600" y="2352950"/>
              <a:ext cx="48675" cy="70650"/>
            </a:xfrm>
            <a:custGeom>
              <a:avLst/>
              <a:gdLst/>
              <a:ahLst/>
              <a:cxnLst/>
              <a:rect l="l" t="t" r="r" b="b"/>
              <a:pathLst>
                <a:path w="1947" h="2826" extrusionOk="0">
                  <a:moveTo>
                    <a:pt x="963" y="1"/>
                  </a:moveTo>
                  <a:cubicBezTo>
                    <a:pt x="440" y="1"/>
                    <a:pt x="0" y="629"/>
                    <a:pt x="0" y="1403"/>
                  </a:cubicBezTo>
                  <a:cubicBezTo>
                    <a:pt x="0" y="2177"/>
                    <a:pt x="440" y="2826"/>
                    <a:pt x="963" y="2826"/>
                  </a:cubicBezTo>
                  <a:cubicBezTo>
                    <a:pt x="1507" y="2826"/>
                    <a:pt x="1946" y="2177"/>
                    <a:pt x="1946" y="1403"/>
                  </a:cubicBezTo>
                  <a:cubicBezTo>
                    <a:pt x="1946" y="629"/>
                    <a:pt x="1507" y="1"/>
                    <a:pt x="9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40" name="Google Shape;640;p66"/>
            <p:cNvSpPr/>
            <p:nvPr/>
          </p:nvSpPr>
          <p:spPr>
            <a:xfrm>
              <a:off x="4949600" y="2978575"/>
              <a:ext cx="48675" cy="70650"/>
            </a:xfrm>
            <a:custGeom>
              <a:avLst/>
              <a:gdLst/>
              <a:ahLst/>
              <a:cxnLst/>
              <a:rect l="l" t="t" r="r" b="b"/>
              <a:pathLst>
                <a:path w="1947" h="2826" extrusionOk="0">
                  <a:moveTo>
                    <a:pt x="963" y="1"/>
                  </a:moveTo>
                  <a:cubicBezTo>
                    <a:pt x="440" y="1"/>
                    <a:pt x="0" y="628"/>
                    <a:pt x="0" y="1403"/>
                  </a:cubicBezTo>
                  <a:cubicBezTo>
                    <a:pt x="0" y="2177"/>
                    <a:pt x="440" y="2825"/>
                    <a:pt x="963" y="2825"/>
                  </a:cubicBezTo>
                  <a:cubicBezTo>
                    <a:pt x="1507" y="2825"/>
                    <a:pt x="1946" y="2177"/>
                    <a:pt x="1946" y="1403"/>
                  </a:cubicBezTo>
                  <a:cubicBezTo>
                    <a:pt x="1946" y="628"/>
                    <a:pt x="1507" y="1"/>
                    <a:pt x="9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41" name="Google Shape;641;p66"/>
            <p:cNvSpPr/>
            <p:nvPr/>
          </p:nvSpPr>
          <p:spPr>
            <a:xfrm>
              <a:off x="1720550" y="2352950"/>
              <a:ext cx="230725" cy="696275"/>
            </a:xfrm>
            <a:custGeom>
              <a:avLst/>
              <a:gdLst/>
              <a:ahLst/>
              <a:cxnLst/>
              <a:rect l="l" t="t" r="r" b="b"/>
              <a:pathLst>
                <a:path w="9229" h="27851" extrusionOk="0">
                  <a:moveTo>
                    <a:pt x="6152" y="1"/>
                  </a:moveTo>
                  <a:cubicBezTo>
                    <a:pt x="2763" y="1"/>
                    <a:pt x="1" y="6236"/>
                    <a:pt x="1" y="13915"/>
                  </a:cubicBezTo>
                  <a:cubicBezTo>
                    <a:pt x="1" y="21615"/>
                    <a:pt x="2763" y="27850"/>
                    <a:pt x="6152" y="27850"/>
                  </a:cubicBezTo>
                  <a:lnTo>
                    <a:pt x="9228" y="27850"/>
                  </a:lnTo>
                  <a:cubicBezTo>
                    <a:pt x="5838" y="27850"/>
                    <a:pt x="3077" y="21615"/>
                    <a:pt x="3077" y="13915"/>
                  </a:cubicBezTo>
                  <a:cubicBezTo>
                    <a:pt x="3077" y="6236"/>
                    <a:pt x="5838" y="1"/>
                    <a:pt x="92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42" name="Google Shape;642;p66"/>
            <p:cNvSpPr/>
            <p:nvPr/>
          </p:nvSpPr>
          <p:spPr>
            <a:xfrm>
              <a:off x="1874350" y="2352950"/>
              <a:ext cx="231225" cy="696275"/>
            </a:xfrm>
            <a:custGeom>
              <a:avLst/>
              <a:gdLst/>
              <a:ahLst/>
              <a:cxnLst/>
              <a:rect l="l" t="t" r="r" b="b"/>
              <a:pathLst>
                <a:path w="9249" h="27851" extrusionOk="0">
                  <a:moveTo>
                    <a:pt x="6152" y="1"/>
                  </a:moveTo>
                  <a:cubicBezTo>
                    <a:pt x="2762" y="1"/>
                    <a:pt x="0" y="6236"/>
                    <a:pt x="0" y="13915"/>
                  </a:cubicBezTo>
                  <a:cubicBezTo>
                    <a:pt x="0" y="21615"/>
                    <a:pt x="2762" y="27850"/>
                    <a:pt x="6152" y="27850"/>
                  </a:cubicBezTo>
                  <a:lnTo>
                    <a:pt x="9249" y="27850"/>
                  </a:lnTo>
                  <a:cubicBezTo>
                    <a:pt x="5838" y="27850"/>
                    <a:pt x="3076" y="21615"/>
                    <a:pt x="3076" y="13915"/>
                  </a:cubicBezTo>
                  <a:cubicBezTo>
                    <a:pt x="3076" y="6236"/>
                    <a:pt x="5838" y="1"/>
                    <a:pt x="92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43" name="Google Shape;643;p66"/>
            <p:cNvSpPr/>
            <p:nvPr/>
          </p:nvSpPr>
          <p:spPr>
            <a:xfrm>
              <a:off x="4408036" y="2610309"/>
              <a:ext cx="285848" cy="333099"/>
            </a:xfrm>
            <a:custGeom>
              <a:avLst/>
              <a:gdLst/>
              <a:ahLst/>
              <a:cxnLst/>
              <a:rect l="l" t="t" r="r" b="b"/>
              <a:pathLst>
                <a:path w="6089" h="8266" extrusionOk="0">
                  <a:moveTo>
                    <a:pt x="0" y="1"/>
                  </a:moveTo>
                  <a:lnTo>
                    <a:pt x="0" y="8266"/>
                  </a:lnTo>
                  <a:lnTo>
                    <a:pt x="3034" y="6634"/>
                  </a:lnTo>
                  <a:lnTo>
                    <a:pt x="6089" y="8266"/>
                  </a:lnTo>
                  <a:lnTo>
                    <a:pt x="60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44" name="Google Shape;644;p66"/>
            <p:cNvSpPr/>
            <p:nvPr/>
          </p:nvSpPr>
          <p:spPr>
            <a:xfrm>
              <a:off x="1374800" y="3745425"/>
              <a:ext cx="1771725" cy="275175"/>
            </a:xfrm>
            <a:custGeom>
              <a:avLst/>
              <a:gdLst/>
              <a:ahLst/>
              <a:cxnLst/>
              <a:rect l="l" t="t" r="r" b="b"/>
              <a:pathLst>
                <a:path w="70869" h="11007" extrusionOk="0">
                  <a:moveTo>
                    <a:pt x="6026" y="1"/>
                  </a:moveTo>
                  <a:cubicBezTo>
                    <a:pt x="3055" y="1"/>
                    <a:pt x="586" y="4708"/>
                    <a:pt x="0" y="11006"/>
                  </a:cubicBezTo>
                  <a:lnTo>
                    <a:pt x="64843" y="11006"/>
                  </a:lnTo>
                  <a:cubicBezTo>
                    <a:pt x="65449" y="4708"/>
                    <a:pt x="67918" y="1"/>
                    <a:pt x="708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45" name="Google Shape;645;p66"/>
            <p:cNvSpPr/>
            <p:nvPr/>
          </p:nvSpPr>
          <p:spPr>
            <a:xfrm>
              <a:off x="3146500" y="3745425"/>
              <a:ext cx="5250" cy="550"/>
            </a:xfrm>
            <a:custGeom>
              <a:avLst/>
              <a:gdLst/>
              <a:ahLst/>
              <a:cxnLst/>
              <a:rect l="l" t="t" r="r" b="b"/>
              <a:pathLst>
                <a:path w="210" h="22" extrusionOk="0">
                  <a:moveTo>
                    <a:pt x="1" y="1"/>
                  </a:moveTo>
                  <a:cubicBezTo>
                    <a:pt x="84" y="1"/>
                    <a:pt x="147" y="1"/>
                    <a:pt x="210" y="22"/>
                  </a:cubicBezTo>
                  <a:lnTo>
                    <a:pt x="210" y="1"/>
                  </a:ln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46" name="Google Shape;646;p66"/>
            <p:cNvSpPr/>
            <p:nvPr/>
          </p:nvSpPr>
          <p:spPr>
            <a:xfrm>
              <a:off x="3146500" y="4441650"/>
              <a:ext cx="5250" cy="25"/>
            </a:xfrm>
            <a:custGeom>
              <a:avLst/>
              <a:gdLst/>
              <a:ahLst/>
              <a:cxnLst/>
              <a:rect l="l" t="t" r="r" b="b"/>
              <a:pathLst>
                <a:path w="210" h="1" extrusionOk="0">
                  <a:moveTo>
                    <a:pt x="210" y="1"/>
                  </a:moveTo>
                  <a:cubicBezTo>
                    <a:pt x="147" y="1"/>
                    <a:pt x="84" y="1"/>
                    <a:pt x="1" y="1"/>
                  </a:cubicBezTo>
                  <a:lnTo>
                    <a:pt x="210" y="1"/>
                  </a:ln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47" name="Google Shape;647;p66"/>
            <p:cNvSpPr/>
            <p:nvPr/>
          </p:nvSpPr>
          <p:spPr>
            <a:xfrm>
              <a:off x="3187825" y="3049200"/>
              <a:ext cx="1326575" cy="70625"/>
            </a:xfrm>
            <a:custGeom>
              <a:avLst/>
              <a:gdLst/>
              <a:ahLst/>
              <a:cxnLst/>
              <a:rect l="l" t="t" r="r" b="b"/>
              <a:pathLst>
                <a:path w="53063" h="2825" extrusionOk="0">
                  <a:moveTo>
                    <a:pt x="1" y="0"/>
                  </a:moveTo>
                  <a:lnTo>
                    <a:pt x="1" y="2825"/>
                  </a:lnTo>
                  <a:lnTo>
                    <a:pt x="52079" y="2825"/>
                  </a:lnTo>
                  <a:cubicBezTo>
                    <a:pt x="52623" y="2825"/>
                    <a:pt x="53042" y="2197"/>
                    <a:pt x="53042" y="1402"/>
                  </a:cubicBezTo>
                  <a:cubicBezTo>
                    <a:pt x="53063" y="628"/>
                    <a:pt x="52623" y="0"/>
                    <a:pt x="52079" y="0"/>
                  </a:cubicBezTo>
                  <a:close/>
                </a:path>
              </a:pathLst>
            </a:custGeom>
            <a:solidFill>
              <a:srgbClr val="9B74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48" name="Google Shape;648;p66"/>
            <p:cNvSpPr/>
            <p:nvPr/>
          </p:nvSpPr>
          <p:spPr>
            <a:xfrm>
              <a:off x="3215550" y="3119825"/>
              <a:ext cx="1215175" cy="160075"/>
            </a:xfrm>
            <a:custGeom>
              <a:avLst/>
              <a:gdLst/>
              <a:ahLst/>
              <a:cxnLst/>
              <a:rect l="l" t="t" r="r" b="b"/>
              <a:pathLst>
                <a:path w="48607" h="6403" extrusionOk="0">
                  <a:moveTo>
                    <a:pt x="2135" y="0"/>
                  </a:moveTo>
                  <a:cubicBezTo>
                    <a:pt x="1193" y="0"/>
                    <a:pt x="377" y="2636"/>
                    <a:pt x="0" y="6403"/>
                  </a:cubicBezTo>
                  <a:lnTo>
                    <a:pt x="46472" y="6403"/>
                  </a:lnTo>
                  <a:cubicBezTo>
                    <a:pt x="46848" y="2615"/>
                    <a:pt x="47664" y="0"/>
                    <a:pt x="48606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49" name="Google Shape;649;p66"/>
            <p:cNvSpPr/>
            <p:nvPr/>
          </p:nvSpPr>
          <p:spPr>
            <a:xfrm>
              <a:off x="2015050" y="4261200"/>
              <a:ext cx="1859625" cy="347875"/>
            </a:xfrm>
            <a:custGeom>
              <a:avLst/>
              <a:gdLst/>
              <a:ahLst/>
              <a:cxnLst/>
              <a:rect l="l" t="t" r="r" b="b"/>
              <a:pathLst>
                <a:path w="74385" h="13915" extrusionOk="0">
                  <a:moveTo>
                    <a:pt x="74280" y="0"/>
                  </a:moveTo>
                  <a:lnTo>
                    <a:pt x="4060" y="7407"/>
                  </a:lnTo>
                  <a:cubicBezTo>
                    <a:pt x="2679" y="7491"/>
                    <a:pt x="1507" y="8370"/>
                    <a:pt x="1068" y="9688"/>
                  </a:cubicBezTo>
                  <a:lnTo>
                    <a:pt x="168" y="12262"/>
                  </a:lnTo>
                  <a:cubicBezTo>
                    <a:pt x="1" y="12743"/>
                    <a:pt x="147" y="13266"/>
                    <a:pt x="524" y="13601"/>
                  </a:cubicBezTo>
                  <a:cubicBezTo>
                    <a:pt x="754" y="13810"/>
                    <a:pt x="1047" y="13915"/>
                    <a:pt x="1340" y="13915"/>
                  </a:cubicBezTo>
                  <a:cubicBezTo>
                    <a:pt x="1528" y="13915"/>
                    <a:pt x="1717" y="13873"/>
                    <a:pt x="1905" y="13789"/>
                  </a:cubicBezTo>
                  <a:cubicBezTo>
                    <a:pt x="3328" y="13078"/>
                    <a:pt x="5713" y="11466"/>
                    <a:pt x="6131" y="8370"/>
                  </a:cubicBezTo>
                  <a:lnTo>
                    <a:pt x="74384" y="1172"/>
                  </a:lnTo>
                  <a:lnTo>
                    <a:pt x="742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50" name="Google Shape;650;p66"/>
            <p:cNvSpPr/>
            <p:nvPr/>
          </p:nvSpPr>
          <p:spPr>
            <a:xfrm>
              <a:off x="2205975" y="4261200"/>
              <a:ext cx="1859625" cy="347875"/>
            </a:xfrm>
            <a:custGeom>
              <a:avLst/>
              <a:gdLst/>
              <a:ahLst/>
              <a:cxnLst/>
              <a:rect l="l" t="t" r="r" b="b"/>
              <a:pathLst>
                <a:path w="74385" h="13915" extrusionOk="0">
                  <a:moveTo>
                    <a:pt x="126" y="0"/>
                  </a:moveTo>
                  <a:lnTo>
                    <a:pt x="1" y="1172"/>
                  </a:lnTo>
                  <a:lnTo>
                    <a:pt x="68254" y="8370"/>
                  </a:lnTo>
                  <a:cubicBezTo>
                    <a:pt x="68672" y="11466"/>
                    <a:pt x="71058" y="13078"/>
                    <a:pt x="72480" y="13789"/>
                  </a:cubicBezTo>
                  <a:cubicBezTo>
                    <a:pt x="72669" y="13873"/>
                    <a:pt x="72857" y="13915"/>
                    <a:pt x="73045" y="13915"/>
                  </a:cubicBezTo>
                  <a:cubicBezTo>
                    <a:pt x="73338" y="13915"/>
                    <a:pt x="73631" y="13810"/>
                    <a:pt x="73861" y="13601"/>
                  </a:cubicBezTo>
                  <a:cubicBezTo>
                    <a:pt x="74238" y="13266"/>
                    <a:pt x="74384" y="12743"/>
                    <a:pt x="74217" y="12262"/>
                  </a:cubicBezTo>
                  <a:lnTo>
                    <a:pt x="73317" y="9688"/>
                  </a:lnTo>
                  <a:cubicBezTo>
                    <a:pt x="72878" y="8370"/>
                    <a:pt x="71706" y="7491"/>
                    <a:pt x="70325" y="7407"/>
                  </a:cubicBezTo>
                  <a:lnTo>
                    <a:pt x="126" y="0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51" name="Google Shape;651;p66"/>
            <p:cNvSpPr/>
            <p:nvPr/>
          </p:nvSpPr>
          <p:spPr>
            <a:xfrm>
              <a:off x="3119300" y="4282875"/>
              <a:ext cx="42925" cy="78025"/>
            </a:xfrm>
            <a:custGeom>
              <a:avLst/>
              <a:gdLst/>
              <a:ahLst/>
              <a:cxnLst/>
              <a:rect l="l" t="t" r="r" b="b"/>
              <a:pathLst>
                <a:path w="1717" h="3121" extrusionOk="0">
                  <a:moveTo>
                    <a:pt x="537" y="1"/>
                  </a:moveTo>
                  <a:cubicBezTo>
                    <a:pt x="511" y="1"/>
                    <a:pt x="485" y="4"/>
                    <a:pt x="461" y="12"/>
                  </a:cubicBezTo>
                  <a:cubicBezTo>
                    <a:pt x="105" y="96"/>
                    <a:pt x="1" y="870"/>
                    <a:pt x="231" y="1728"/>
                  </a:cubicBezTo>
                  <a:cubicBezTo>
                    <a:pt x="425" y="2523"/>
                    <a:pt x="852" y="3120"/>
                    <a:pt x="1197" y="3120"/>
                  </a:cubicBezTo>
                  <a:cubicBezTo>
                    <a:pt x="1224" y="3120"/>
                    <a:pt x="1251" y="3116"/>
                    <a:pt x="1277" y="3109"/>
                  </a:cubicBezTo>
                  <a:cubicBezTo>
                    <a:pt x="1612" y="3025"/>
                    <a:pt x="1716" y="2251"/>
                    <a:pt x="1486" y="1393"/>
                  </a:cubicBezTo>
                  <a:cubicBezTo>
                    <a:pt x="1292" y="598"/>
                    <a:pt x="865" y="1"/>
                    <a:pt x="537" y="1"/>
                  </a:cubicBezTo>
                  <a:close/>
                </a:path>
              </a:pathLst>
            </a:custGeom>
            <a:solidFill>
              <a:srgbClr val="FFEC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52" name="Google Shape;652;p66"/>
            <p:cNvSpPr/>
            <p:nvPr/>
          </p:nvSpPr>
          <p:spPr>
            <a:xfrm>
              <a:off x="2918425" y="4282875"/>
              <a:ext cx="42925" cy="78025"/>
            </a:xfrm>
            <a:custGeom>
              <a:avLst/>
              <a:gdLst/>
              <a:ahLst/>
              <a:cxnLst/>
              <a:rect l="l" t="t" r="r" b="b"/>
              <a:pathLst>
                <a:path w="1717" h="3121" extrusionOk="0">
                  <a:moveTo>
                    <a:pt x="1197" y="1"/>
                  </a:moveTo>
                  <a:cubicBezTo>
                    <a:pt x="852" y="1"/>
                    <a:pt x="425" y="598"/>
                    <a:pt x="231" y="1393"/>
                  </a:cubicBezTo>
                  <a:cubicBezTo>
                    <a:pt x="1" y="2251"/>
                    <a:pt x="105" y="3025"/>
                    <a:pt x="461" y="3109"/>
                  </a:cubicBezTo>
                  <a:cubicBezTo>
                    <a:pt x="486" y="3116"/>
                    <a:pt x="511" y="3120"/>
                    <a:pt x="537" y="3120"/>
                  </a:cubicBezTo>
                  <a:cubicBezTo>
                    <a:pt x="865" y="3120"/>
                    <a:pt x="1293" y="2523"/>
                    <a:pt x="1486" y="1728"/>
                  </a:cubicBezTo>
                  <a:cubicBezTo>
                    <a:pt x="1717" y="870"/>
                    <a:pt x="1612" y="96"/>
                    <a:pt x="1277" y="12"/>
                  </a:cubicBezTo>
                  <a:cubicBezTo>
                    <a:pt x="1251" y="4"/>
                    <a:pt x="1224" y="1"/>
                    <a:pt x="1197" y="1"/>
                  </a:cubicBezTo>
                  <a:close/>
                </a:path>
              </a:pathLst>
            </a:custGeom>
            <a:solidFill>
              <a:srgbClr val="FFEC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53" name="Google Shape;653;p66"/>
            <p:cNvSpPr/>
            <p:nvPr/>
          </p:nvSpPr>
          <p:spPr>
            <a:xfrm>
              <a:off x="2902750" y="4179075"/>
              <a:ext cx="275150" cy="182575"/>
            </a:xfrm>
            <a:custGeom>
              <a:avLst/>
              <a:gdLst/>
              <a:ahLst/>
              <a:cxnLst/>
              <a:rect l="l" t="t" r="r" b="b"/>
              <a:pathLst>
                <a:path w="11006" h="7303" extrusionOk="0">
                  <a:moveTo>
                    <a:pt x="5503" y="0"/>
                  </a:moveTo>
                  <a:cubicBezTo>
                    <a:pt x="4080" y="0"/>
                    <a:pt x="2909" y="482"/>
                    <a:pt x="2009" y="1423"/>
                  </a:cubicBezTo>
                  <a:cubicBezTo>
                    <a:pt x="0" y="3515"/>
                    <a:pt x="147" y="7156"/>
                    <a:pt x="147" y="7303"/>
                  </a:cubicBezTo>
                  <a:lnTo>
                    <a:pt x="1339" y="7261"/>
                  </a:lnTo>
                  <a:cubicBezTo>
                    <a:pt x="1318" y="7219"/>
                    <a:pt x="1214" y="3955"/>
                    <a:pt x="2867" y="2239"/>
                  </a:cubicBezTo>
                  <a:cubicBezTo>
                    <a:pt x="3536" y="1528"/>
                    <a:pt x="4394" y="1172"/>
                    <a:pt x="5503" y="1172"/>
                  </a:cubicBezTo>
                  <a:cubicBezTo>
                    <a:pt x="6612" y="1172"/>
                    <a:pt x="7470" y="1528"/>
                    <a:pt x="8160" y="2239"/>
                  </a:cubicBezTo>
                  <a:cubicBezTo>
                    <a:pt x="9813" y="3955"/>
                    <a:pt x="9688" y="7219"/>
                    <a:pt x="9688" y="7261"/>
                  </a:cubicBezTo>
                  <a:lnTo>
                    <a:pt x="10860" y="7303"/>
                  </a:lnTo>
                  <a:cubicBezTo>
                    <a:pt x="10860" y="7156"/>
                    <a:pt x="11006" y="3515"/>
                    <a:pt x="9018" y="1423"/>
                  </a:cubicBezTo>
                  <a:cubicBezTo>
                    <a:pt x="8119" y="482"/>
                    <a:pt x="6926" y="0"/>
                    <a:pt x="5503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54" name="Google Shape;654;p66"/>
            <p:cNvSpPr/>
            <p:nvPr/>
          </p:nvSpPr>
          <p:spPr>
            <a:xfrm>
              <a:off x="2207550" y="3913875"/>
              <a:ext cx="723475" cy="723975"/>
            </a:xfrm>
            <a:custGeom>
              <a:avLst/>
              <a:gdLst/>
              <a:ahLst/>
              <a:cxnLst/>
              <a:rect l="l" t="t" r="r" b="b"/>
              <a:pathLst>
                <a:path w="28939" h="28959" extrusionOk="0">
                  <a:moveTo>
                    <a:pt x="14459" y="0"/>
                  </a:moveTo>
                  <a:cubicBezTo>
                    <a:pt x="6466" y="0"/>
                    <a:pt x="1" y="6486"/>
                    <a:pt x="1" y="14479"/>
                  </a:cubicBezTo>
                  <a:cubicBezTo>
                    <a:pt x="1" y="22472"/>
                    <a:pt x="6466" y="28958"/>
                    <a:pt x="14459" y="28958"/>
                  </a:cubicBezTo>
                  <a:cubicBezTo>
                    <a:pt x="22473" y="28958"/>
                    <a:pt x="28938" y="22472"/>
                    <a:pt x="28938" y="14479"/>
                  </a:cubicBezTo>
                  <a:cubicBezTo>
                    <a:pt x="28938" y="6486"/>
                    <a:pt x="22473" y="0"/>
                    <a:pt x="1445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55" name="Google Shape;655;p66"/>
            <p:cNvSpPr/>
            <p:nvPr/>
          </p:nvSpPr>
          <p:spPr>
            <a:xfrm>
              <a:off x="2207550" y="3914350"/>
              <a:ext cx="458250" cy="457775"/>
            </a:xfrm>
            <a:custGeom>
              <a:avLst/>
              <a:gdLst/>
              <a:ahLst/>
              <a:cxnLst/>
              <a:rect l="l" t="t" r="r" b="b"/>
              <a:pathLst>
                <a:path w="18330" h="18311" extrusionOk="0">
                  <a:moveTo>
                    <a:pt x="14661" y="0"/>
                  </a:moveTo>
                  <a:cubicBezTo>
                    <a:pt x="14594" y="0"/>
                    <a:pt x="14526" y="1"/>
                    <a:pt x="14459" y="2"/>
                  </a:cubicBezTo>
                  <a:cubicBezTo>
                    <a:pt x="13999" y="2"/>
                    <a:pt x="13559" y="23"/>
                    <a:pt x="13099" y="65"/>
                  </a:cubicBezTo>
                  <a:lnTo>
                    <a:pt x="63" y="13100"/>
                  </a:lnTo>
                  <a:cubicBezTo>
                    <a:pt x="22" y="13540"/>
                    <a:pt x="1" y="14000"/>
                    <a:pt x="1" y="14460"/>
                  </a:cubicBezTo>
                  <a:cubicBezTo>
                    <a:pt x="1" y="15799"/>
                    <a:pt x="168" y="17097"/>
                    <a:pt x="503" y="18310"/>
                  </a:cubicBezTo>
                  <a:lnTo>
                    <a:pt x="18330" y="504"/>
                  </a:lnTo>
                  <a:cubicBezTo>
                    <a:pt x="17157" y="186"/>
                    <a:pt x="15929" y="0"/>
                    <a:pt x="146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56" name="Google Shape;656;p66"/>
            <p:cNvSpPr/>
            <p:nvPr/>
          </p:nvSpPr>
          <p:spPr>
            <a:xfrm>
              <a:off x="2239475" y="3946300"/>
              <a:ext cx="526250" cy="526250"/>
            </a:xfrm>
            <a:custGeom>
              <a:avLst/>
              <a:gdLst/>
              <a:ahLst/>
              <a:cxnLst/>
              <a:rect l="l" t="t" r="r" b="b"/>
              <a:pathLst>
                <a:path w="21050" h="21050" extrusionOk="0">
                  <a:moveTo>
                    <a:pt x="19166" y="0"/>
                  </a:moveTo>
                  <a:lnTo>
                    <a:pt x="0" y="19166"/>
                  </a:lnTo>
                  <a:cubicBezTo>
                    <a:pt x="293" y="19815"/>
                    <a:pt x="649" y="20443"/>
                    <a:pt x="1025" y="21049"/>
                  </a:cubicBezTo>
                  <a:lnTo>
                    <a:pt x="21049" y="1026"/>
                  </a:lnTo>
                  <a:cubicBezTo>
                    <a:pt x="20463" y="649"/>
                    <a:pt x="19836" y="293"/>
                    <a:pt x="19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57" name="Google Shape;657;p66"/>
            <p:cNvSpPr/>
            <p:nvPr/>
          </p:nvSpPr>
          <p:spPr>
            <a:xfrm>
              <a:off x="2192375" y="3899225"/>
              <a:ext cx="753800" cy="753275"/>
            </a:xfrm>
            <a:custGeom>
              <a:avLst/>
              <a:gdLst/>
              <a:ahLst/>
              <a:cxnLst/>
              <a:rect l="l" t="t" r="r" b="b"/>
              <a:pathLst>
                <a:path w="30152" h="30131" extrusionOk="0">
                  <a:moveTo>
                    <a:pt x="15087" y="1193"/>
                  </a:moveTo>
                  <a:cubicBezTo>
                    <a:pt x="22745" y="1193"/>
                    <a:pt x="28959" y="7407"/>
                    <a:pt x="28959" y="15065"/>
                  </a:cubicBezTo>
                  <a:cubicBezTo>
                    <a:pt x="28959" y="22723"/>
                    <a:pt x="22745" y="28958"/>
                    <a:pt x="15087" y="28958"/>
                  </a:cubicBezTo>
                  <a:cubicBezTo>
                    <a:pt x="7429" y="28958"/>
                    <a:pt x="1194" y="22723"/>
                    <a:pt x="1194" y="15065"/>
                  </a:cubicBezTo>
                  <a:cubicBezTo>
                    <a:pt x="1194" y="7407"/>
                    <a:pt x="7408" y="1193"/>
                    <a:pt x="15087" y="1193"/>
                  </a:cubicBezTo>
                  <a:close/>
                  <a:moveTo>
                    <a:pt x="15087" y="0"/>
                  </a:moveTo>
                  <a:cubicBezTo>
                    <a:pt x="6759" y="0"/>
                    <a:pt x="1" y="6759"/>
                    <a:pt x="1" y="15065"/>
                  </a:cubicBezTo>
                  <a:cubicBezTo>
                    <a:pt x="1" y="23372"/>
                    <a:pt x="6759" y="30130"/>
                    <a:pt x="15087" y="30130"/>
                  </a:cubicBezTo>
                  <a:cubicBezTo>
                    <a:pt x="23394" y="30130"/>
                    <a:pt x="30152" y="23372"/>
                    <a:pt x="30152" y="15065"/>
                  </a:cubicBezTo>
                  <a:cubicBezTo>
                    <a:pt x="30152" y="6759"/>
                    <a:pt x="23394" y="0"/>
                    <a:pt x="15087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58" name="Google Shape;658;p66"/>
            <p:cNvSpPr/>
            <p:nvPr/>
          </p:nvSpPr>
          <p:spPr>
            <a:xfrm>
              <a:off x="3149650" y="3913875"/>
              <a:ext cx="723450" cy="723975"/>
            </a:xfrm>
            <a:custGeom>
              <a:avLst/>
              <a:gdLst/>
              <a:ahLst/>
              <a:cxnLst/>
              <a:rect l="l" t="t" r="r" b="b"/>
              <a:pathLst>
                <a:path w="28938" h="28959" extrusionOk="0">
                  <a:moveTo>
                    <a:pt x="14479" y="0"/>
                  </a:moveTo>
                  <a:cubicBezTo>
                    <a:pt x="6466" y="0"/>
                    <a:pt x="0" y="6486"/>
                    <a:pt x="0" y="14479"/>
                  </a:cubicBezTo>
                  <a:cubicBezTo>
                    <a:pt x="0" y="22472"/>
                    <a:pt x="6466" y="28958"/>
                    <a:pt x="14479" y="28958"/>
                  </a:cubicBezTo>
                  <a:cubicBezTo>
                    <a:pt x="22472" y="28958"/>
                    <a:pt x="28937" y="22472"/>
                    <a:pt x="28937" y="14479"/>
                  </a:cubicBezTo>
                  <a:cubicBezTo>
                    <a:pt x="28937" y="6486"/>
                    <a:pt x="22472" y="0"/>
                    <a:pt x="1447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59" name="Google Shape;659;p66"/>
            <p:cNvSpPr/>
            <p:nvPr/>
          </p:nvSpPr>
          <p:spPr>
            <a:xfrm>
              <a:off x="3149125" y="3914350"/>
              <a:ext cx="458775" cy="457775"/>
            </a:xfrm>
            <a:custGeom>
              <a:avLst/>
              <a:gdLst/>
              <a:ahLst/>
              <a:cxnLst/>
              <a:rect l="l" t="t" r="r" b="b"/>
              <a:pathLst>
                <a:path w="18351" h="18311" extrusionOk="0">
                  <a:moveTo>
                    <a:pt x="14681" y="0"/>
                  </a:moveTo>
                  <a:cubicBezTo>
                    <a:pt x="14614" y="0"/>
                    <a:pt x="14547" y="1"/>
                    <a:pt x="14479" y="2"/>
                  </a:cubicBezTo>
                  <a:cubicBezTo>
                    <a:pt x="14019" y="2"/>
                    <a:pt x="13580" y="23"/>
                    <a:pt x="13119" y="65"/>
                  </a:cubicBezTo>
                  <a:lnTo>
                    <a:pt x="84" y="13100"/>
                  </a:lnTo>
                  <a:cubicBezTo>
                    <a:pt x="21" y="13540"/>
                    <a:pt x="0" y="14000"/>
                    <a:pt x="0" y="14460"/>
                  </a:cubicBezTo>
                  <a:cubicBezTo>
                    <a:pt x="0" y="15799"/>
                    <a:pt x="189" y="17097"/>
                    <a:pt x="523" y="18310"/>
                  </a:cubicBezTo>
                  <a:lnTo>
                    <a:pt x="18350" y="504"/>
                  </a:lnTo>
                  <a:cubicBezTo>
                    <a:pt x="17178" y="186"/>
                    <a:pt x="15949" y="0"/>
                    <a:pt x="146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60" name="Google Shape;660;p66"/>
            <p:cNvSpPr/>
            <p:nvPr/>
          </p:nvSpPr>
          <p:spPr>
            <a:xfrm>
              <a:off x="3181550" y="3946300"/>
              <a:ext cx="526250" cy="526250"/>
            </a:xfrm>
            <a:custGeom>
              <a:avLst/>
              <a:gdLst/>
              <a:ahLst/>
              <a:cxnLst/>
              <a:rect l="l" t="t" r="r" b="b"/>
              <a:pathLst>
                <a:path w="21050" h="21050" extrusionOk="0">
                  <a:moveTo>
                    <a:pt x="19166" y="0"/>
                  </a:moveTo>
                  <a:lnTo>
                    <a:pt x="0" y="19166"/>
                  </a:lnTo>
                  <a:cubicBezTo>
                    <a:pt x="293" y="19815"/>
                    <a:pt x="649" y="20443"/>
                    <a:pt x="1047" y="21049"/>
                  </a:cubicBezTo>
                  <a:lnTo>
                    <a:pt x="21050" y="1026"/>
                  </a:lnTo>
                  <a:cubicBezTo>
                    <a:pt x="20464" y="649"/>
                    <a:pt x="19836" y="293"/>
                    <a:pt x="19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61" name="Google Shape;661;p66"/>
            <p:cNvSpPr/>
            <p:nvPr/>
          </p:nvSpPr>
          <p:spPr>
            <a:xfrm>
              <a:off x="3134475" y="3899225"/>
              <a:ext cx="753800" cy="753275"/>
            </a:xfrm>
            <a:custGeom>
              <a:avLst/>
              <a:gdLst/>
              <a:ahLst/>
              <a:cxnLst/>
              <a:rect l="l" t="t" r="r" b="b"/>
              <a:pathLst>
                <a:path w="30152" h="30131" extrusionOk="0">
                  <a:moveTo>
                    <a:pt x="15086" y="1193"/>
                  </a:moveTo>
                  <a:cubicBezTo>
                    <a:pt x="22744" y="1193"/>
                    <a:pt x="28959" y="7407"/>
                    <a:pt x="28959" y="15065"/>
                  </a:cubicBezTo>
                  <a:cubicBezTo>
                    <a:pt x="28959" y="22723"/>
                    <a:pt x="22744" y="28958"/>
                    <a:pt x="15086" y="28958"/>
                  </a:cubicBezTo>
                  <a:cubicBezTo>
                    <a:pt x="7428" y="28958"/>
                    <a:pt x="1193" y="22723"/>
                    <a:pt x="1193" y="15065"/>
                  </a:cubicBezTo>
                  <a:cubicBezTo>
                    <a:pt x="1193" y="7407"/>
                    <a:pt x="7428" y="1193"/>
                    <a:pt x="15086" y="1193"/>
                  </a:cubicBezTo>
                  <a:close/>
                  <a:moveTo>
                    <a:pt x="15086" y="0"/>
                  </a:moveTo>
                  <a:cubicBezTo>
                    <a:pt x="6759" y="0"/>
                    <a:pt x="0" y="6759"/>
                    <a:pt x="0" y="15065"/>
                  </a:cubicBezTo>
                  <a:cubicBezTo>
                    <a:pt x="0" y="23372"/>
                    <a:pt x="6759" y="30130"/>
                    <a:pt x="15086" y="30130"/>
                  </a:cubicBezTo>
                  <a:cubicBezTo>
                    <a:pt x="23393" y="30130"/>
                    <a:pt x="30151" y="23372"/>
                    <a:pt x="30151" y="15065"/>
                  </a:cubicBezTo>
                  <a:cubicBezTo>
                    <a:pt x="30151" y="6759"/>
                    <a:pt x="23393" y="0"/>
                    <a:pt x="15086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62" name="Google Shape;662;p66"/>
            <p:cNvSpPr/>
            <p:nvPr/>
          </p:nvSpPr>
          <p:spPr>
            <a:xfrm>
              <a:off x="2167800" y="4241325"/>
              <a:ext cx="53900" cy="69600"/>
            </a:xfrm>
            <a:custGeom>
              <a:avLst/>
              <a:gdLst/>
              <a:ahLst/>
              <a:cxnLst/>
              <a:rect l="l" t="t" r="r" b="b"/>
              <a:pathLst>
                <a:path w="2156" h="2784" extrusionOk="0">
                  <a:moveTo>
                    <a:pt x="1381" y="0"/>
                  </a:moveTo>
                  <a:cubicBezTo>
                    <a:pt x="607" y="0"/>
                    <a:pt x="0" y="628"/>
                    <a:pt x="0" y="1381"/>
                  </a:cubicBezTo>
                  <a:cubicBezTo>
                    <a:pt x="0" y="2155"/>
                    <a:pt x="607" y="2783"/>
                    <a:pt x="1381" y="2783"/>
                  </a:cubicBezTo>
                  <a:cubicBezTo>
                    <a:pt x="2156" y="2783"/>
                    <a:pt x="1381" y="2155"/>
                    <a:pt x="1381" y="1381"/>
                  </a:cubicBezTo>
                  <a:cubicBezTo>
                    <a:pt x="1381" y="628"/>
                    <a:pt x="2156" y="0"/>
                    <a:pt x="1381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63" name="Google Shape;663;p66"/>
            <p:cNvSpPr/>
            <p:nvPr/>
          </p:nvSpPr>
          <p:spPr>
            <a:xfrm>
              <a:off x="3858950" y="4241325"/>
              <a:ext cx="53900" cy="69600"/>
            </a:xfrm>
            <a:custGeom>
              <a:avLst/>
              <a:gdLst/>
              <a:ahLst/>
              <a:cxnLst/>
              <a:rect l="l" t="t" r="r" b="b"/>
              <a:pathLst>
                <a:path w="2156" h="2784" extrusionOk="0">
                  <a:moveTo>
                    <a:pt x="775" y="0"/>
                  </a:moveTo>
                  <a:cubicBezTo>
                    <a:pt x="1" y="0"/>
                    <a:pt x="775" y="628"/>
                    <a:pt x="775" y="1381"/>
                  </a:cubicBezTo>
                  <a:cubicBezTo>
                    <a:pt x="775" y="2155"/>
                    <a:pt x="1" y="2783"/>
                    <a:pt x="775" y="2783"/>
                  </a:cubicBezTo>
                  <a:cubicBezTo>
                    <a:pt x="1549" y="2783"/>
                    <a:pt x="2156" y="2155"/>
                    <a:pt x="2156" y="1381"/>
                  </a:cubicBezTo>
                  <a:cubicBezTo>
                    <a:pt x="2156" y="628"/>
                    <a:pt x="1549" y="0"/>
                    <a:pt x="775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sp>
        <p:nvSpPr>
          <p:cNvPr id="664" name="Google Shape;664;p66"/>
          <p:cNvSpPr/>
          <p:nvPr/>
        </p:nvSpPr>
        <p:spPr>
          <a:xfrm>
            <a:off x="796907" y="2141070"/>
            <a:ext cx="292121" cy="292121"/>
          </a:xfrm>
          <a:custGeom>
            <a:avLst/>
            <a:gdLst/>
            <a:ahLst/>
            <a:cxnLst/>
            <a:rect l="l" t="t" r="r" b="b"/>
            <a:pathLst>
              <a:path w="7994" h="7994" extrusionOk="0">
                <a:moveTo>
                  <a:pt x="3997" y="0"/>
                </a:moveTo>
                <a:cubicBezTo>
                  <a:pt x="3537" y="0"/>
                  <a:pt x="3160" y="377"/>
                  <a:pt x="3160" y="837"/>
                </a:cubicBezTo>
                <a:lnTo>
                  <a:pt x="3160" y="3160"/>
                </a:lnTo>
                <a:lnTo>
                  <a:pt x="858" y="3160"/>
                </a:lnTo>
                <a:cubicBezTo>
                  <a:pt x="377" y="3160"/>
                  <a:pt x="1" y="3536"/>
                  <a:pt x="1" y="3997"/>
                </a:cubicBezTo>
                <a:cubicBezTo>
                  <a:pt x="1" y="4457"/>
                  <a:pt x="377" y="4834"/>
                  <a:pt x="858" y="4834"/>
                </a:cubicBezTo>
                <a:lnTo>
                  <a:pt x="3160" y="4834"/>
                </a:lnTo>
                <a:lnTo>
                  <a:pt x="3160" y="7156"/>
                </a:lnTo>
                <a:cubicBezTo>
                  <a:pt x="3160" y="7617"/>
                  <a:pt x="3537" y="7993"/>
                  <a:pt x="3997" y="7993"/>
                </a:cubicBezTo>
                <a:cubicBezTo>
                  <a:pt x="4457" y="7993"/>
                  <a:pt x="4855" y="7617"/>
                  <a:pt x="4855" y="7156"/>
                </a:cubicBezTo>
                <a:lnTo>
                  <a:pt x="4855" y="4834"/>
                </a:lnTo>
                <a:lnTo>
                  <a:pt x="7156" y="4834"/>
                </a:lnTo>
                <a:cubicBezTo>
                  <a:pt x="7617" y="4834"/>
                  <a:pt x="7993" y="4457"/>
                  <a:pt x="7993" y="3997"/>
                </a:cubicBezTo>
                <a:cubicBezTo>
                  <a:pt x="7993" y="3536"/>
                  <a:pt x="7617" y="3160"/>
                  <a:pt x="7156" y="3160"/>
                </a:cubicBezTo>
                <a:lnTo>
                  <a:pt x="4855" y="3160"/>
                </a:lnTo>
                <a:lnTo>
                  <a:pt x="4855" y="837"/>
                </a:lnTo>
                <a:cubicBezTo>
                  <a:pt x="4855" y="377"/>
                  <a:pt x="4457" y="0"/>
                  <a:pt x="3997" y="0"/>
                </a:cubicBezTo>
                <a:close/>
              </a:path>
            </a:pathLst>
          </a:custGeom>
          <a:solidFill>
            <a:srgbClr val="F4E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65" name="Google Shape;665;p66"/>
          <p:cNvSpPr/>
          <p:nvPr/>
        </p:nvSpPr>
        <p:spPr>
          <a:xfrm>
            <a:off x="4571993" y="3700574"/>
            <a:ext cx="353398" cy="353314"/>
          </a:xfrm>
          <a:custGeom>
            <a:avLst/>
            <a:gdLst/>
            <a:ahLst/>
            <a:cxnLst/>
            <a:rect l="l" t="t" r="r" b="b"/>
            <a:pathLst>
              <a:path w="2931" h="2930" extrusionOk="0">
                <a:moveTo>
                  <a:pt x="1466" y="0"/>
                </a:moveTo>
                <a:cubicBezTo>
                  <a:pt x="1298" y="0"/>
                  <a:pt x="1152" y="147"/>
                  <a:pt x="1152" y="314"/>
                </a:cubicBezTo>
                <a:lnTo>
                  <a:pt x="1152" y="1172"/>
                </a:lnTo>
                <a:lnTo>
                  <a:pt x="315" y="1172"/>
                </a:lnTo>
                <a:cubicBezTo>
                  <a:pt x="147" y="1172"/>
                  <a:pt x="1" y="1298"/>
                  <a:pt x="1" y="1465"/>
                </a:cubicBezTo>
                <a:cubicBezTo>
                  <a:pt x="1" y="1632"/>
                  <a:pt x="147" y="1779"/>
                  <a:pt x="315" y="1779"/>
                </a:cubicBezTo>
                <a:lnTo>
                  <a:pt x="1152" y="1779"/>
                </a:lnTo>
                <a:lnTo>
                  <a:pt x="1152" y="2637"/>
                </a:lnTo>
                <a:cubicBezTo>
                  <a:pt x="1152" y="2804"/>
                  <a:pt x="1298" y="2930"/>
                  <a:pt x="1466" y="2930"/>
                </a:cubicBezTo>
                <a:cubicBezTo>
                  <a:pt x="1633" y="2930"/>
                  <a:pt x="1779" y="2804"/>
                  <a:pt x="1779" y="2637"/>
                </a:cubicBezTo>
                <a:lnTo>
                  <a:pt x="1779" y="1779"/>
                </a:lnTo>
                <a:lnTo>
                  <a:pt x="2616" y="1779"/>
                </a:lnTo>
                <a:cubicBezTo>
                  <a:pt x="2805" y="1779"/>
                  <a:pt x="2930" y="1632"/>
                  <a:pt x="2930" y="1465"/>
                </a:cubicBezTo>
                <a:cubicBezTo>
                  <a:pt x="2930" y="1298"/>
                  <a:pt x="2805" y="1172"/>
                  <a:pt x="2616" y="1172"/>
                </a:cubicBezTo>
                <a:lnTo>
                  <a:pt x="1779" y="1172"/>
                </a:lnTo>
                <a:lnTo>
                  <a:pt x="1779" y="314"/>
                </a:lnTo>
                <a:cubicBezTo>
                  <a:pt x="1779" y="147"/>
                  <a:pt x="1633" y="0"/>
                  <a:pt x="1466" y="0"/>
                </a:cubicBezTo>
                <a:close/>
              </a:path>
            </a:pathLst>
          </a:custGeom>
          <a:solidFill>
            <a:srgbClr val="F4E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66" name="Google Shape;666;p66"/>
          <p:cNvSpPr/>
          <p:nvPr/>
        </p:nvSpPr>
        <p:spPr>
          <a:xfrm>
            <a:off x="2175680" y="1288146"/>
            <a:ext cx="577253" cy="577221"/>
          </a:xfrm>
          <a:custGeom>
            <a:avLst/>
            <a:gdLst/>
            <a:ahLst/>
            <a:cxnLst/>
            <a:rect l="l" t="t" r="r" b="b"/>
            <a:pathLst>
              <a:path w="4207" h="4207" extrusionOk="0">
                <a:moveTo>
                  <a:pt x="2093" y="1"/>
                </a:moveTo>
                <a:cubicBezTo>
                  <a:pt x="1863" y="1"/>
                  <a:pt x="1654" y="210"/>
                  <a:pt x="1654" y="440"/>
                </a:cubicBezTo>
                <a:lnTo>
                  <a:pt x="1654" y="1675"/>
                </a:lnTo>
                <a:lnTo>
                  <a:pt x="440" y="1675"/>
                </a:lnTo>
                <a:cubicBezTo>
                  <a:pt x="189" y="1675"/>
                  <a:pt x="1" y="1863"/>
                  <a:pt x="1" y="2114"/>
                </a:cubicBezTo>
                <a:cubicBezTo>
                  <a:pt x="1" y="2344"/>
                  <a:pt x="189" y="2553"/>
                  <a:pt x="440" y="2553"/>
                </a:cubicBezTo>
                <a:lnTo>
                  <a:pt x="1654" y="2553"/>
                </a:lnTo>
                <a:lnTo>
                  <a:pt x="1654" y="3767"/>
                </a:lnTo>
                <a:cubicBezTo>
                  <a:pt x="1654" y="4018"/>
                  <a:pt x="1863" y="4206"/>
                  <a:pt x="2093" y="4206"/>
                </a:cubicBezTo>
                <a:cubicBezTo>
                  <a:pt x="2344" y="4206"/>
                  <a:pt x="2533" y="4018"/>
                  <a:pt x="2533" y="3767"/>
                </a:cubicBezTo>
                <a:lnTo>
                  <a:pt x="2533" y="2553"/>
                </a:lnTo>
                <a:lnTo>
                  <a:pt x="3767" y="2553"/>
                </a:lnTo>
                <a:cubicBezTo>
                  <a:pt x="3997" y="2553"/>
                  <a:pt x="4206" y="2344"/>
                  <a:pt x="4206" y="2114"/>
                </a:cubicBezTo>
                <a:cubicBezTo>
                  <a:pt x="4206" y="1863"/>
                  <a:pt x="4018" y="1675"/>
                  <a:pt x="3767" y="1675"/>
                </a:cubicBezTo>
                <a:lnTo>
                  <a:pt x="2533" y="1675"/>
                </a:lnTo>
                <a:lnTo>
                  <a:pt x="2533" y="440"/>
                </a:lnTo>
                <a:cubicBezTo>
                  <a:pt x="2533" y="210"/>
                  <a:pt x="2344" y="1"/>
                  <a:pt x="2093" y="1"/>
                </a:cubicBezTo>
                <a:close/>
              </a:path>
            </a:pathLst>
          </a:custGeom>
          <a:solidFill>
            <a:srgbClr val="F4E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85A03A8-0E37-4EA6-3C48-A821D05A11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49228" r="46336" b="7717"/>
          <a:stretch>
            <a:fillRect/>
          </a:stretch>
        </p:blipFill>
        <p:spPr>
          <a:xfrm>
            <a:off x="639787" y="2578795"/>
            <a:ext cx="3680358" cy="22145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73"/>
          <p:cNvSpPr txBox="1">
            <a:spLocks noGrp="1"/>
          </p:cNvSpPr>
          <p:nvPr>
            <p:ph type="title"/>
          </p:nvPr>
        </p:nvSpPr>
        <p:spPr>
          <a:xfrm>
            <a:off x="396538" y="3599441"/>
            <a:ext cx="38754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北市動物之家犬貓認養率</a:t>
            </a:r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退養率</a:t>
            </a:r>
            <a:endParaRPr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90" name="Google Shape;990;p73"/>
          <p:cNvSpPr txBox="1">
            <a:spLocks noGrp="1"/>
          </p:cNvSpPr>
          <p:nvPr>
            <p:ph type="title" idx="2"/>
          </p:nvPr>
        </p:nvSpPr>
        <p:spPr>
          <a:xfrm>
            <a:off x="714125" y="546825"/>
            <a:ext cx="771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TW" altLang="en-US" sz="3600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緣由與目標</a:t>
            </a:r>
            <a:endParaRPr sz="3600"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91" name="Google Shape;991;p73"/>
          <p:cNvSpPr txBox="1">
            <a:spLocks noGrp="1"/>
          </p:cNvSpPr>
          <p:nvPr>
            <p:ph type="subTitle" idx="1"/>
          </p:nvPr>
        </p:nvSpPr>
        <p:spPr>
          <a:xfrm>
            <a:off x="4571975" y="1114575"/>
            <a:ext cx="4087500" cy="2667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</a:rPr>
              <a:t>    </a:t>
            </a: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台灣並沒有單一的「全國寵物棄養率」官方數據，但根據農業部最新統計，全台遊蕩犬（流浪犬）數量推估約為</a:t>
            </a:r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14.1</a:t>
            </a: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萬隻。</a:t>
            </a:r>
            <a:endParaRPr lang="en-US" altLang="zh-TW"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lvl="0" indent="0" algn="l">
              <a:spcAft>
                <a:spcPts val="1600"/>
              </a:spcAft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以台北市動物之家為例，狗狗的認養後退養率（</a:t>
            </a:r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30</a:t>
            </a: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天內歸還比例）從</a:t>
            </a:r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2020</a:t>
            </a: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年的</a:t>
            </a:r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3.8%</a:t>
            </a: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，一路攀升至</a:t>
            </a:r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2023</a:t>
            </a: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年的</a:t>
            </a:r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10%</a:t>
            </a: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。也就是說，平均每</a:t>
            </a:r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10</a:t>
            </a: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隻被認養的狗，就有</a:t>
            </a:r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隻被退回。 </a:t>
            </a:r>
            <a:endParaRPr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992" name="Google Shape;992;p73"/>
          <p:cNvGrpSpPr/>
          <p:nvPr/>
        </p:nvGrpSpPr>
        <p:grpSpPr>
          <a:xfrm>
            <a:off x="1951657" y="1260299"/>
            <a:ext cx="1796097" cy="1159206"/>
            <a:chOff x="3980482" y="558249"/>
            <a:chExt cx="1796097" cy="1159206"/>
          </a:xfrm>
        </p:grpSpPr>
        <p:sp>
          <p:nvSpPr>
            <p:cNvPr id="993" name="Google Shape;993;p73"/>
            <p:cNvSpPr/>
            <p:nvPr/>
          </p:nvSpPr>
          <p:spPr>
            <a:xfrm>
              <a:off x="3980482" y="824695"/>
              <a:ext cx="292121" cy="292121"/>
            </a:xfrm>
            <a:custGeom>
              <a:avLst/>
              <a:gdLst/>
              <a:ahLst/>
              <a:cxnLst/>
              <a:rect l="l" t="t" r="r" b="b"/>
              <a:pathLst>
                <a:path w="7994" h="7994" extrusionOk="0">
                  <a:moveTo>
                    <a:pt x="3997" y="0"/>
                  </a:moveTo>
                  <a:cubicBezTo>
                    <a:pt x="3537" y="0"/>
                    <a:pt x="3160" y="377"/>
                    <a:pt x="3160" y="837"/>
                  </a:cubicBezTo>
                  <a:lnTo>
                    <a:pt x="3160" y="3160"/>
                  </a:lnTo>
                  <a:lnTo>
                    <a:pt x="858" y="3160"/>
                  </a:lnTo>
                  <a:cubicBezTo>
                    <a:pt x="377" y="3160"/>
                    <a:pt x="1" y="3536"/>
                    <a:pt x="1" y="3997"/>
                  </a:cubicBezTo>
                  <a:cubicBezTo>
                    <a:pt x="1" y="4457"/>
                    <a:pt x="377" y="4834"/>
                    <a:pt x="858" y="4834"/>
                  </a:cubicBezTo>
                  <a:lnTo>
                    <a:pt x="3160" y="4834"/>
                  </a:lnTo>
                  <a:lnTo>
                    <a:pt x="3160" y="7156"/>
                  </a:lnTo>
                  <a:cubicBezTo>
                    <a:pt x="3160" y="7617"/>
                    <a:pt x="3537" y="7993"/>
                    <a:pt x="3997" y="7993"/>
                  </a:cubicBezTo>
                  <a:cubicBezTo>
                    <a:pt x="4457" y="7993"/>
                    <a:pt x="4855" y="7617"/>
                    <a:pt x="4855" y="7156"/>
                  </a:cubicBezTo>
                  <a:lnTo>
                    <a:pt x="4855" y="4834"/>
                  </a:lnTo>
                  <a:lnTo>
                    <a:pt x="7156" y="4834"/>
                  </a:lnTo>
                  <a:cubicBezTo>
                    <a:pt x="7617" y="4834"/>
                    <a:pt x="7993" y="4457"/>
                    <a:pt x="7993" y="3997"/>
                  </a:cubicBezTo>
                  <a:cubicBezTo>
                    <a:pt x="7993" y="3536"/>
                    <a:pt x="7617" y="3160"/>
                    <a:pt x="7156" y="3160"/>
                  </a:cubicBezTo>
                  <a:lnTo>
                    <a:pt x="4855" y="3160"/>
                  </a:lnTo>
                  <a:lnTo>
                    <a:pt x="4855" y="837"/>
                  </a:lnTo>
                  <a:cubicBezTo>
                    <a:pt x="4855" y="377"/>
                    <a:pt x="4457" y="0"/>
                    <a:pt x="3997" y="0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994" name="Google Shape;994;p73"/>
            <p:cNvSpPr/>
            <p:nvPr/>
          </p:nvSpPr>
          <p:spPr>
            <a:xfrm>
              <a:off x="5423180" y="558249"/>
              <a:ext cx="353398" cy="353314"/>
            </a:xfrm>
            <a:custGeom>
              <a:avLst/>
              <a:gdLst/>
              <a:ahLst/>
              <a:cxnLst/>
              <a:rect l="l" t="t" r="r" b="b"/>
              <a:pathLst>
                <a:path w="2931" h="2930" extrusionOk="0">
                  <a:moveTo>
                    <a:pt x="1466" y="0"/>
                  </a:moveTo>
                  <a:cubicBezTo>
                    <a:pt x="1298" y="0"/>
                    <a:pt x="1152" y="147"/>
                    <a:pt x="1152" y="314"/>
                  </a:cubicBezTo>
                  <a:lnTo>
                    <a:pt x="1152" y="1172"/>
                  </a:lnTo>
                  <a:lnTo>
                    <a:pt x="315" y="1172"/>
                  </a:lnTo>
                  <a:cubicBezTo>
                    <a:pt x="147" y="1172"/>
                    <a:pt x="1" y="1298"/>
                    <a:pt x="1" y="1465"/>
                  </a:cubicBezTo>
                  <a:cubicBezTo>
                    <a:pt x="1" y="1632"/>
                    <a:pt x="147" y="1779"/>
                    <a:pt x="315" y="1779"/>
                  </a:cubicBezTo>
                  <a:lnTo>
                    <a:pt x="1152" y="1779"/>
                  </a:lnTo>
                  <a:lnTo>
                    <a:pt x="1152" y="2637"/>
                  </a:lnTo>
                  <a:cubicBezTo>
                    <a:pt x="1152" y="2804"/>
                    <a:pt x="1298" y="2930"/>
                    <a:pt x="1466" y="2930"/>
                  </a:cubicBezTo>
                  <a:cubicBezTo>
                    <a:pt x="1633" y="2930"/>
                    <a:pt x="1779" y="2804"/>
                    <a:pt x="1779" y="2637"/>
                  </a:cubicBezTo>
                  <a:lnTo>
                    <a:pt x="1779" y="1779"/>
                  </a:lnTo>
                  <a:lnTo>
                    <a:pt x="2616" y="1779"/>
                  </a:lnTo>
                  <a:cubicBezTo>
                    <a:pt x="2805" y="1779"/>
                    <a:pt x="2930" y="1632"/>
                    <a:pt x="2930" y="1465"/>
                  </a:cubicBezTo>
                  <a:cubicBezTo>
                    <a:pt x="2930" y="1298"/>
                    <a:pt x="2805" y="1172"/>
                    <a:pt x="2616" y="1172"/>
                  </a:cubicBezTo>
                  <a:lnTo>
                    <a:pt x="1779" y="1172"/>
                  </a:lnTo>
                  <a:lnTo>
                    <a:pt x="1779" y="314"/>
                  </a:lnTo>
                  <a:cubicBezTo>
                    <a:pt x="1779" y="147"/>
                    <a:pt x="1633" y="0"/>
                    <a:pt x="1466" y="0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995" name="Google Shape;995;p73"/>
            <p:cNvSpPr/>
            <p:nvPr/>
          </p:nvSpPr>
          <p:spPr>
            <a:xfrm>
              <a:off x="4676592" y="1140233"/>
              <a:ext cx="577253" cy="577221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2093" y="1"/>
                  </a:moveTo>
                  <a:cubicBezTo>
                    <a:pt x="1863" y="1"/>
                    <a:pt x="1654" y="210"/>
                    <a:pt x="1654" y="440"/>
                  </a:cubicBezTo>
                  <a:lnTo>
                    <a:pt x="1654" y="1675"/>
                  </a:lnTo>
                  <a:lnTo>
                    <a:pt x="440" y="1675"/>
                  </a:lnTo>
                  <a:cubicBezTo>
                    <a:pt x="189" y="1675"/>
                    <a:pt x="1" y="1863"/>
                    <a:pt x="1" y="2114"/>
                  </a:cubicBezTo>
                  <a:cubicBezTo>
                    <a:pt x="1" y="2344"/>
                    <a:pt x="189" y="2553"/>
                    <a:pt x="440" y="2553"/>
                  </a:cubicBezTo>
                  <a:lnTo>
                    <a:pt x="1654" y="2553"/>
                  </a:lnTo>
                  <a:lnTo>
                    <a:pt x="1654" y="3767"/>
                  </a:lnTo>
                  <a:cubicBezTo>
                    <a:pt x="1654" y="4018"/>
                    <a:pt x="1863" y="4206"/>
                    <a:pt x="2093" y="4206"/>
                  </a:cubicBezTo>
                  <a:cubicBezTo>
                    <a:pt x="2344" y="4206"/>
                    <a:pt x="2533" y="4018"/>
                    <a:pt x="2533" y="3767"/>
                  </a:cubicBezTo>
                  <a:lnTo>
                    <a:pt x="2533" y="2553"/>
                  </a:lnTo>
                  <a:lnTo>
                    <a:pt x="3767" y="2553"/>
                  </a:lnTo>
                  <a:cubicBezTo>
                    <a:pt x="3997" y="2553"/>
                    <a:pt x="4206" y="2344"/>
                    <a:pt x="4206" y="2114"/>
                  </a:cubicBezTo>
                  <a:cubicBezTo>
                    <a:pt x="4206" y="1863"/>
                    <a:pt x="4018" y="1675"/>
                    <a:pt x="3767" y="1675"/>
                  </a:cubicBezTo>
                  <a:lnTo>
                    <a:pt x="2533" y="1675"/>
                  </a:lnTo>
                  <a:lnTo>
                    <a:pt x="2533" y="440"/>
                  </a:lnTo>
                  <a:cubicBezTo>
                    <a:pt x="2533" y="210"/>
                    <a:pt x="2344" y="1"/>
                    <a:pt x="2093" y="1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996" name="Google Shape;996;p73"/>
          <p:cNvGrpSpPr/>
          <p:nvPr/>
        </p:nvGrpSpPr>
        <p:grpSpPr>
          <a:xfrm>
            <a:off x="7393664" y="3914952"/>
            <a:ext cx="1380841" cy="997745"/>
            <a:chOff x="715769" y="1654723"/>
            <a:chExt cx="3341261" cy="2349668"/>
          </a:xfrm>
        </p:grpSpPr>
        <p:sp>
          <p:nvSpPr>
            <p:cNvPr id="997" name="Google Shape;997;p73"/>
            <p:cNvSpPr/>
            <p:nvPr/>
          </p:nvSpPr>
          <p:spPr>
            <a:xfrm>
              <a:off x="3379615" y="2108945"/>
              <a:ext cx="2268" cy="4947"/>
            </a:xfrm>
            <a:custGeom>
              <a:avLst/>
              <a:gdLst/>
              <a:ahLst/>
              <a:cxnLst/>
              <a:rect l="l" t="t" r="r" b="b"/>
              <a:pathLst>
                <a:path w="127" h="277" extrusionOk="0">
                  <a:moveTo>
                    <a:pt x="1" y="1"/>
                  </a:moveTo>
                  <a:lnTo>
                    <a:pt x="1" y="1"/>
                  </a:lnTo>
                  <a:cubicBezTo>
                    <a:pt x="26" y="101"/>
                    <a:pt x="76" y="201"/>
                    <a:pt x="126" y="277"/>
                  </a:cubicBezTo>
                  <a:cubicBezTo>
                    <a:pt x="101" y="176"/>
                    <a:pt x="51" y="1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998" name="Google Shape;998;p73"/>
            <p:cNvSpPr/>
            <p:nvPr/>
          </p:nvSpPr>
          <p:spPr>
            <a:xfrm>
              <a:off x="3726452" y="2566685"/>
              <a:ext cx="288238" cy="245362"/>
            </a:xfrm>
            <a:custGeom>
              <a:avLst/>
              <a:gdLst/>
              <a:ahLst/>
              <a:cxnLst/>
              <a:rect l="l" t="t" r="r" b="b"/>
              <a:pathLst>
                <a:path w="16141" h="13740" extrusionOk="0">
                  <a:moveTo>
                    <a:pt x="10635" y="0"/>
                  </a:moveTo>
                  <a:cubicBezTo>
                    <a:pt x="7797" y="0"/>
                    <a:pt x="1" y="13740"/>
                    <a:pt x="1" y="13740"/>
                  </a:cubicBezTo>
                  <a:cubicBezTo>
                    <a:pt x="1" y="13740"/>
                    <a:pt x="16141" y="1584"/>
                    <a:pt x="10853" y="30"/>
                  </a:cubicBezTo>
                  <a:cubicBezTo>
                    <a:pt x="10784" y="10"/>
                    <a:pt x="10711" y="0"/>
                    <a:pt x="106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999" name="Google Shape;999;p73"/>
            <p:cNvSpPr/>
            <p:nvPr/>
          </p:nvSpPr>
          <p:spPr>
            <a:xfrm>
              <a:off x="3726452" y="2664447"/>
              <a:ext cx="330578" cy="147592"/>
            </a:xfrm>
            <a:custGeom>
              <a:avLst/>
              <a:gdLst/>
              <a:ahLst/>
              <a:cxnLst/>
              <a:rect l="l" t="t" r="r" b="b"/>
              <a:pathLst>
                <a:path w="18512" h="8265" extrusionOk="0">
                  <a:moveTo>
                    <a:pt x="17736" y="0"/>
                  </a:moveTo>
                  <a:cubicBezTo>
                    <a:pt x="14393" y="0"/>
                    <a:pt x="1" y="8265"/>
                    <a:pt x="1" y="8265"/>
                  </a:cubicBezTo>
                  <a:cubicBezTo>
                    <a:pt x="1" y="8265"/>
                    <a:pt x="17369" y="4756"/>
                    <a:pt x="18397" y="671"/>
                  </a:cubicBezTo>
                  <a:cubicBezTo>
                    <a:pt x="18512" y="203"/>
                    <a:pt x="18259" y="0"/>
                    <a:pt x="177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00" name="Google Shape;1000;p73"/>
            <p:cNvSpPr/>
            <p:nvPr/>
          </p:nvSpPr>
          <p:spPr>
            <a:xfrm>
              <a:off x="3642761" y="2590005"/>
              <a:ext cx="164718" cy="299024"/>
            </a:xfrm>
            <a:custGeom>
              <a:avLst/>
              <a:gdLst/>
              <a:ahLst/>
              <a:cxnLst/>
              <a:rect l="l" t="t" r="r" b="b"/>
              <a:pathLst>
                <a:path w="9224" h="16745" extrusionOk="0">
                  <a:moveTo>
                    <a:pt x="6954" y="1"/>
                  </a:moveTo>
                  <a:cubicBezTo>
                    <a:pt x="4732" y="1"/>
                    <a:pt x="1" y="16744"/>
                    <a:pt x="1" y="16744"/>
                  </a:cubicBezTo>
                  <a:cubicBezTo>
                    <a:pt x="1" y="16744"/>
                    <a:pt x="9224" y="203"/>
                    <a:pt x="6993" y="2"/>
                  </a:cubicBezTo>
                  <a:cubicBezTo>
                    <a:pt x="6980" y="1"/>
                    <a:pt x="6967" y="1"/>
                    <a:pt x="6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01" name="Google Shape;1001;p73"/>
            <p:cNvSpPr/>
            <p:nvPr/>
          </p:nvSpPr>
          <p:spPr>
            <a:xfrm>
              <a:off x="3568033" y="2697856"/>
              <a:ext cx="86055" cy="255612"/>
            </a:xfrm>
            <a:custGeom>
              <a:avLst/>
              <a:gdLst/>
              <a:ahLst/>
              <a:cxnLst/>
              <a:rect l="l" t="t" r="r" b="b"/>
              <a:pathLst>
                <a:path w="4819" h="14314" extrusionOk="0">
                  <a:moveTo>
                    <a:pt x="3392" y="1"/>
                  </a:moveTo>
                  <a:cubicBezTo>
                    <a:pt x="3207" y="1"/>
                    <a:pt x="2979" y="136"/>
                    <a:pt x="2707" y="429"/>
                  </a:cubicBezTo>
                  <a:cubicBezTo>
                    <a:pt x="326" y="2985"/>
                    <a:pt x="0" y="14313"/>
                    <a:pt x="0" y="14313"/>
                  </a:cubicBezTo>
                  <a:cubicBezTo>
                    <a:pt x="3618" y="8120"/>
                    <a:pt x="4818" y="1"/>
                    <a:pt x="33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02" name="Google Shape;1002;p73"/>
            <p:cNvSpPr/>
            <p:nvPr/>
          </p:nvSpPr>
          <p:spPr>
            <a:xfrm>
              <a:off x="3435201" y="2764334"/>
              <a:ext cx="129717" cy="263416"/>
            </a:xfrm>
            <a:custGeom>
              <a:avLst/>
              <a:gdLst/>
              <a:ahLst/>
              <a:cxnLst/>
              <a:rect l="l" t="t" r="r" b="b"/>
              <a:pathLst>
                <a:path w="7264" h="14751" extrusionOk="0">
                  <a:moveTo>
                    <a:pt x="5140" y="1"/>
                  </a:moveTo>
                  <a:cubicBezTo>
                    <a:pt x="3128" y="1"/>
                    <a:pt x="1" y="10966"/>
                    <a:pt x="1525" y="14751"/>
                  </a:cubicBezTo>
                  <a:cubicBezTo>
                    <a:pt x="1525" y="14751"/>
                    <a:pt x="7264" y="465"/>
                    <a:pt x="5259" y="14"/>
                  </a:cubicBezTo>
                  <a:cubicBezTo>
                    <a:pt x="5220" y="5"/>
                    <a:pt x="5180" y="1"/>
                    <a:pt x="51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03" name="Google Shape;1003;p73"/>
            <p:cNvSpPr/>
            <p:nvPr/>
          </p:nvSpPr>
          <p:spPr>
            <a:xfrm>
              <a:off x="3291209" y="2868239"/>
              <a:ext cx="162289" cy="268720"/>
            </a:xfrm>
            <a:custGeom>
              <a:avLst/>
              <a:gdLst/>
              <a:ahLst/>
              <a:cxnLst/>
              <a:rect l="l" t="t" r="r" b="b"/>
              <a:pathLst>
                <a:path w="9088" h="15048" extrusionOk="0">
                  <a:moveTo>
                    <a:pt x="7060" y="1"/>
                  </a:moveTo>
                  <a:cubicBezTo>
                    <a:pt x="5079" y="1"/>
                    <a:pt x="1" y="10069"/>
                    <a:pt x="666" y="15047"/>
                  </a:cubicBezTo>
                  <a:cubicBezTo>
                    <a:pt x="666" y="15047"/>
                    <a:pt x="9087" y="385"/>
                    <a:pt x="7157" y="9"/>
                  </a:cubicBezTo>
                  <a:cubicBezTo>
                    <a:pt x="7126" y="4"/>
                    <a:pt x="7093" y="1"/>
                    <a:pt x="70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04" name="Google Shape;1004;p73"/>
            <p:cNvSpPr/>
            <p:nvPr/>
          </p:nvSpPr>
          <p:spPr>
            <a:xfrm>
              <a:off x="3171074" y="2986767"/>
              <a:ext cx="120413" cy="234773"/>
            </a:xfrm>
            <a:custGeom>
              <a:avLst/>
              <a:gdLst/>
              <a:ahLst/>
              <a:cxnLst/>
              <a:rect l="l" t="t" r="r" b="b"/>
              <a:pathLst>
                <a:path w="6743" h="13147" extrusionOk="0">
                  <a:moveTo>
                    <a:pt x="5330" y="1"/>
                  </a:moveTo>
                  <a:cubicBezTo>
                    <a:pt x="5256" y="1"/>
                    <a:pt x="5160" y="37"/>
                    <a:pt x="5038" y="113"/>
                  </a:cubicBezTo>
                  <a:cubicBezTo>
                    <a:pt x="2607" y="1642"/>
                    <a:pt x="853" y="8083"/>
                    <a:pt x="1" y="13146"/>
                  </a:cubicBezTo>
                  <a:cubicBezTo>
                    <a:pt x="1" y="13146"/>
                    <a:pt x="6743" y="1"/>
                    <a:pt x="53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05" name="Google Shape;1005;p73"/>
            <p:cNvSpPr/>
            <p:nvPr/>
          </p:nvSpPr>
          <p:spPr>
            <a:xfrm>
              <a:off x="3000905" y="3057388"/>
              <a:ext cx="170200" cy="258577"/>
            </a:xfrm>
            <a:custGeom>
              <a:avLst/>
              <a:gdLst/>
              <a:ahLst/>
              <a:cxnLst/>
              <a:rect l="l" t="t" r="r" b="b"/>
              <a:pathLst>
                <a:path w="9531" h="14480" extrusionOk="0">
                  <a:moveTo>
                    <a:pt x="7539" y="1"/>
                  </a:moveTo>
                  <a:cubicBezTo>
                    <a:pt x="5529" y="1"/>
                    <a:pt x="1" y="10097"/>
                    <a:pt x="809" y="14479"/>
                  </a:cubicBezTo>
                  <a:cubicBezTo>
                    <a:pt x="809" y="14479"/>
                    <a:pt x="9531" y="519"/>
                    <a:pt x="7676" y="18"/>
                  </a:cubicBezTo>
                  <a:cubicBezTo>
                    <a:pt x="7632" y="6"/>
                    <a:pt x="7586" y="1"/>
                    <a:pt x="7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06" name="Google Shape;1006;p73"/>
            <p:cNvSpPr/>
            <p:nvPr/>
          </p:nvSpPr>
          <p:spPr>
            <a:xfrm>
              <a:off x="3642761" y="2835330"/>
              <a:ext cx="270488" cy="59626"/>
            </a:xfrm>
            <a:custGeom>
              <a:avLst/>
              <a:gdLst/>
              <a:ahLst/>
              <a:cxnLst/>
              <a:rect l="l" t="t" r="r" b="b"/>
              <a:pathLst>
                <a:path w="15147" h="3339" extrusionOk="0">
                  <a:moveTo>
                    <a:pt x="14084" y="0"/>
                  </a:moveTo>
                  <a:cubicBezTo>
                    <a:pt x="10676" y="0"/>
                    <a:pt x="1" y="3005"/>
                    <a:pt x="1" y="3005"/>
                  </a:cubicBezTo>
                  <a:cubicBezTo>
                    <a:pt x="1129" y="3237"/>
                    <a:pt x="2407" y="3338"/>
                    <a:pt x="3729" y="3338"/>
                  </a:cubicBezTo>
                  <a:cubicBezTo>
                    <a:pt x="8985" y="3338"/>
                    <a:pt x="14953" y="1741"/>
                    <a:pt x="15114" y="399"/>
                  </a:cubicBezTo>
                  <a:cubicBezTo>
                    <a:pt x="15147" y="118"/>
                    <a:pt x="14757" y="0"/>
                    <a:pt x="140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07" name="Google Shape;1007;p73"/>
            <p:cNvSpPr/>
            <p:nvPr/>
          </p:nvSpPr>
          <p:spPr>
            <a:xfrm>
              <a:off x="3568033" y="2924396"/>
              <a:ext cx="258362" cy="44590"/>
            </a:xfrm>
            <a:custGeom>
              <a:avLst/>
              <a:gdLst/>
              <a:ahLst/>
              <a:cxnLst/>
              <a:rect l="l" t="t" r="r" b="b"/>
              <a:pathLst>
                <a:path w="14468" h="2497" extrusionOk="0">
                  <a:moveTo>
                    <a:pt x="11825" y="1"/>
                  </a:moveTo>
                  <a:cubicBezTo>
                    <a:pt x="7945" y="1"/>
                    <a:pt x="0" y="1626"/>
                    <a:pt x="0" y="1626"/>
                  </a:cubicBezTo>
                  <a:cubicBezTo>
                    <a:pt x="1892" y="2249"/>
                    <a:pt x="4123" y="2496"/>
                    <a:pt x="6239" y="2496"/>
                  </a:cubicBezTo>
                  <a:cubicBezTo>
                    <a:pt x="10599" y="2496"/>
                    <a:pt x="14468" y="1444"/>
                    <a:pt x="13860" y="448"/>
                  </a:cubicBezTo>
                  <a:cubicBezTo>
                    <a:pt x="13669" y="127"/>
                    <a:pt x="12904" y="1"/>
                    <a:pt x="118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08" name="Google Shape;1008;p73"/>
            <p:cNvSpPr/>
            <p:nvPr/>
          </p:nvSpPr>
          <p:spPr>
            <a:xfrm>
              <a:off x="3462414" y="3002695"/>
              <a:ext cx="266166" cy="41644"/>
            </a:xfrm>
            <a:custGeom>
              <a:avLst/>
              <a:gdLst/>
              <a:ahLst/>
              <a:cxnLst/>
              <a:rect l="l" t="t" r="r" b="b"/>
              <a:pathLst>
                <a:path w="14905" h="2332" extrusionOk="0">
                  <a:moveTo>
                    <a:pt x="11649" y="1"/>
                  </a:moveTo>
                  <a:cubicBezTo>
                    <a:pt x="7802" y="1"/>
                    <a:pt x="1" y="1402"/>
                    <a:pt x="1" y="1402"/>
                  </a:cubicBezTo>
                  <a:cubicBezTo>
                    <a:pt x="1511" y="2077"/>
                    <a:pt x="3450" y="2332"/>
                    <a:pt x="5389" y="2332"/>
                  </a:cubicBezTo>
                  <a:cubicBezTo>
                    <a:pt x="10142" y="2332"/>
                    <a:pt x="14904" y="804"/>
                    <a:pt x="13409" y="199"/>
                  </a:cubicBezTo>
                  <a:cubicBezTo>
                    <a:pt x="13053" y="59"/>
                    <a:pt x="12433" y="1"/>
                    <a:pt x="116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09" name="Google Shape;1009;p73"/>
            <p:cNvSpPr/>
            <p:nvPr/>
          </p:nvSpPr>
          <p:spPr>
            <a:xfrm>
              <a:off x="3303102" y="3096403"/>
              <a:ext cx="263702" cy="44804"/>
            </a:xfrm>
            <a:custGeom>
              <a:avLst/>
              <a:gdLst/>
              <a:ahLst/>
              <a:cxnLst/>
              <a:rect l="l" t="t" r="r" b="b"/>
              <a:pathLst>
                <a:path w="14767" h="2509" extrusionOk="0">
                  <a:moveTo>
                    <a:pt x="12633" y="1"/>
                  </a:moveTo>
                  <a:cubicBezTo>
                    <a:pt x="9092" y="1"/>
                    <a:pt x="0" y="2269"/>
                    <a:pt x="0" y="2269"/>
                  </a:cubicBezTo>
                  <a:cubicBezTo>
                    <a:pt x="907" y="2436"/>
                    <a:pt x="2031" y="2508"/>
                    <a:pt x="3245" y="2508"/>
                  </a:cubicBezTo>
                  <a:cubicBezTo>
                    <a:pt x="8241" y="2508"/>
                    <a:pt x="14767" y="1277"/>
                    <a:pt x="13960" y="289"/>
                  </a:cubicBezTo>
                  <a:cubicBezTo>
                    <a:pt x="13797" y="86"/>
                    <a:pt x="13320" y="1"/>
                    <a:pt x="126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10" name="Google Shape;1010;p73"/>
            <p:cNvSpPr/>
            <p:nvPr/>
          </p:nvSpPr>
          <p:spPr>
            <a:xfrm>
              <a:off x="3171074" y="3184398"/>
              <a:ext cx="284666" cy="49965"/>
            </a:xfrm>
            <a:custGeom>
              <a:avLst/>
              <a:gdLst/>
              <a:ahLst/>
              <a:cxnLst/>
              <a:rect l="l" t="t" r="r" b="b"/>
              <a:pathLst>
                <a:path w="15941" h="2798" extrusionOk="0">
                  <a:moveTo>
                    <a:pt x="13862" y="0"/>
                  </a:moveTo>
                  <a:cubicBezTo>
                    <a:pt x="10087" y="0"/>
                    <a:pt x="1" y="2078"/>
                    <a:pt x="1" y="2078"/>
                  </a:cubicBezTo>
                  <a:cubicBezTo>
                    <a:pt x="1326" y="2593"/>
                    <a:pt x="3039" y="2797"/>
                    <a:pt x="4835" y="2797"/>
                  </a:cubicBezTo>
                  <a:cubicBezTo>
                    <a:pt x="10035" y="2797"/>
                    <a:pt x="15940" y="1087"/>
                    <a:pt x="15214" y="248"/>
                  </a:cubicBezTo>
                  <a:cubicBezTo>
                    <a:pt x="15059" y="74"/>
                    <a:pt x="14572" y="0"/>
                    <a:pt x="138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11" name="Google Shape;1011;p73"/>
            <p:cNvSpPr/>
            <p:nvPr/>
          </p:nvSpPr>
          <p:spPr>
            <a:xfrm>
              <a:off x="3015333" y="3278571"/>
              <a:ext cx="279148" cy="59215"/>
            </a:xfrm>
            <a:custGeom>
              <a:avLst/>
              <a:gdLst/>
              <a:ahLst/>
              <a:cxnLst/>
              <a:rect l="l" t="t" r="r" b="b"/>
              <a:pathLst>
                <a:path w="15632" h="3316" extrusionOk="0">
                  <a:moveTo>
                    <a:pt x="13467" y="1"/>
                  </a:moveTo>
                  <a:cubicBezTo>
                    <a:pt x="9865" y="1"/>
                    <a:pt x="1" y="2092"/>
                    <a:pt x="1" y="2092"/>
                  </a:cubicBezTo>
                  <a:cubicBezTo>
                    <a:pt x="1389" y="2980"/>
                    <a:pt x="3195" y="3316"/>
                    <a:pt x="5066" y="3316"/>
                  </a:cubicBezTo>
                  <a:cubicBezTo>
                    <a:pt x="10115" y="3316"/>
                    <a:pt x="15632" y="864"/>
                    <a:pt x="14663" y="188"/>
                  </a:cubicBezTo>
                  <a:cubicBezTo>
                    <a:pt x="14479" y="57"/>
                    <a:pt x="14057" y="1"/>
                    <a:pt x="134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12" name="Google Shape;1012;p73"/>
            <p:cNvSpPr/>
            <p:nvPr/>
          </p:nvSpPr>
          <p:spPr>
            <a:xfrm>
              <a:off x="2835879" y="2805457"/>
              <a:ext cx="897822" cy="606476"/>
            </a:xfrm>
            <a:custGeom>
              <a:avLst/>
              <a:gdLst/>
              <a:ahLst/>
              <a:cxnLst/>
              <a:rect l="l" t="t" r="r" b="b"/>
              <a:pathLst>
                <a:path w="50277" h="33962" extrusionOk="0">
                  <a:moveTo>
                    <a:pt x="49886" y="1"/>
                  </a:moveTo>
                  <a:cubicBezTo>
                    <a:pt x="49784" y="1"/>
                    <a:pt x="49678" y="38"/>
                    <a:pt x="49600" y="117"/>
                  </a:cubicBezTo>
                  <a:cubicBezTo>
                    <a:pt x="38497" y="11571"/>
                    <a:pt x="4888" y="32122"/>
                    <a:pt x="326" y="33225"/>
                  </a:cubicBezTo>
                  <a:cubicBezTo>
                    <a:pt x="126" y="33275"/>
                    <a:pt x="1" y="33476"/>
                    <a:pt x="51" y="33676"/>
                  </a:cubicBezTo>
                  <a:cubicBezTo>
                    <a:pt x="51" y="33751"/>
                    <a:pt x="101" y="33826"/>
                    <a:pt x="151" y="33877"/>
                  </a:cubicBezTo>
                  <a:cubicBezTo>
                    <a:pt x="226" y="33933"/>
                    <a:pt x="315" y="33961"/>
                    <a:pt x="408" y="33961"/>
                  </a:cubicBezTo>
                  <a:cubicBezTo>
                    <a:pt x="439" y="33961"/>
                    <a:pt x="471" y="33958"/>
                    <a:pt x="502" y="33952"/>
                  </a:cubicBezTo>
                  <a:cubicBezTo>
                    <a:pt x="5113" y="32824"/>
                    <a:pt x="38973" y="12147"/>
                    <a:pt x="50151" y="618"/>
                  </a:cubicBezTo>
                  <a:cubicBezTo>
                    <a:pt x="50277" y="493"/>
                    <a:pt x="50277" y="242"/>
                    <a:pt x="50126" y="92"/>
                  </a:cubicBezTo>
                  <a:cubicBezTo>
                    <a:pt x="50066" y="32"/>
                    <a:pt x="49978" y="1"/>
                    <a:pt x="498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13" name="Google Shape;1013;p73"/>
            <p:cNvSpPr/>
            <p:nvPr/>
          </p:nvSpPr>
          <p:spPr>
            <a:xfrm>
              <a:off x="3717953" y="3084993"/>
              <a:ext cx="237790" cy="105645"/>
            </a:xfrm>
            <a:custGeom>
              <a:avLst/>
              <a:gdLst/>
              <a:ahLst/>
              <a:cxnLst/>
              <a:rect l="l" t="t" r="r" b="b"/>
              <a:pathLst>
                <a:path w="13316" h="5916" extrusionOk="0">
                  <a:moveTo>
                    <a:pt x="12508" y="1"/>
                  </a:moveTo>
                  <a:cubicBezTo>
                    <a:pt x="9765" y="1"/>
                    <a:pt x="0" y="5916"/>
                    <a:pt x="0" y="5916"/>
                  </a:cubicBezTo>
                  <a:cubicBezTo>
                    <a:pt x="0" y="5916"/>
                    <a:pt x="12457" y="3886"/>
                    <a:pt x="13183" y="778"/>
                  </a:cubicBezTo>
                  <a:cubicBezTo>
                    <a:pt x="13315" y="230"/>
                    <a:pt x="13047" y="1"/>
                    <a:pt x="125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14" name="Google Shape;1014;p73"/>
            <p:cNvSpPr/>
            <p:nvPr/>
          </p:nvSpPr>
          <p:spPr>
            <a:xfrm>
              <a:off x="3517911" y="3061602"/>
              <a:ext cx="261737" cy="178718"/>
            </a:xfrm>
            <a:custGeom>
              <a:avLst/>
              <a:gdLst/>
              <a:ahLst/>
              <a:cxnLst/>
              <a:rect l="l" t="t" r="r" b="b"/>
              <a:pathLst>
                <a:path w="14657" h="10008" extrusionOk="0">
                  <a:moveTo>
                    <a:pt x="14379" y="1"/>
                  </a:moveTo>
                  <a:cubicBezTo>
                    <a:pt x="12415" y="1"/>
                    <a:pt x="0" y="10008"/>
                    <a:pt x="0" y="10008"/>
                  </a:cubicBezTo>
                  <a:cubicBezTo>
                    <a:pt x="4261" y="8178"/>
                    <a:pt x="14436" y="2539"/>
                    <a:pt x="14637" y="283"/>
                  </a:cubicBezTo>
                  <a:cubicBezTo>
                    <a:pt x="14656" y="89"/>
                    <a:pt x="14564" y="1"/>
                    <a:pt x="143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15" name="Google Shape;1015;p73"/>
            <p:cNvSpPr/>
            <p:nvPr/>
          </p:nvSpPr>
          <p:spPr>
            <a:xfrm>
              <a:off x="3334421" y="3078101"/>
              <a:ext cx="243255" cy="200718"/>
            </a:xfrm>
            <a:custGeom>
              <a:avLst/>
              <a:gdLst/>
              <a:ahLst/>
              <a:cxnLst/>
              <a:rect l="l" t="t" r="r" b="b"/>
              <a:pathLst>
                <a:path w="13622" h="11240" extrusionOk="0">
                  <a:moveTo>
                    <a:pt x="13274" y="0"/>
                  </a:moveTo>
                  <a:cubicBezTo>
                    <a:pt x="12249" y="0"/>
                    <a:pt x="8815" y="3403"/>
                    <a:pt x="5991" y="5800"/>
                  </a:cubicBezTo>
                  <a:cubicBezTo>
                    <a:pt x="2482" y="8733"/>
                    <a:pt x="1" y="11239"/>
                    <a:pt x="1" y="11239"/>
                  </a:cubicBezTo>
                  <a:cubicBezTo>
                    <a:pt x="7269" y="8908"/>
                    <a:pt x="13234" y="2868"/>
                    <a:pt x="13560" y="612"/>
                  </a:cubicBezTo>
                  <a:cubicBezTo>
                    <a:pt x="13621" y="186"/>
                    <a:pt x="13513" y="0"/>
                    <a:pt x="132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16" name="Google Shape;1016;p73"/>
            <p:cNvSpPr/>
            <p:nvPr/>
          </p:nvSpPr>
          <p:spPr>
            <a:xfrm>
              <a:off x="3485680" y="3239180"/>
              <a:ext cx="317256" cy="51465"/>
            </a:xfrm>
            <a:custGeom>
              <a:avLst/>
              <a:gdLst/>
              <a:ahLst/>
              <a:cxnLst/>
              <a:rect l="l" t="t" r="r" b="b"/>
              <a:pathLst>
                <a:path w="17766" h="2882" extrusionOk="0">
                  <a:moveTo>
                    <a:pt x="5491" y="0"/>
                  </a:moveTo>
                  <a:cubicBezTo>
                    <a:pt x="3377" y="0"/>
                    <a:pt x="1386" y="145"/>
                    <a:pt x="1" y="464"/>
                  </a:cubicBezTo>
                  <a:cubicBezTo>
                    <a:pt x="4912" y="1151"/>
                    <a:pt x="11209" y="2881"/>
                    <a:pt x="14278" y="2881"/>
                  </a:cubicBezTo>
                  <a:cubicBezTo>
                    <a:pt x="15014" y="2881"/>
                    <a:pt x="15565" y="2782"/>
                    <a:pt x="15866" y="2544"/>
                  </a:cubicBezTo>
                  <a:cubicBezTo>
                    <a:pt x="17766" y="1046"/>
                    <a:pt x="11180" y="0"/>
                    <a:pt x="54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17" name="Google Shape;1017;p73"/>
            <p:cNvSpPr/>
            <p:nvPr/>
          </p:nvSpPr>
          <p:spPr>
            <a:xfrm>
              <a:off x="3312048" y="3283249"/>
              <a:ext cx="296292" cy="74394"/>
            </a:xfrm>
            <a:custGeom>
              <a:avLst/>
              <a:gdLst/>
              <a:ahLst/>
              <a:cxnLst/>
              <a:rect l="l" t="t" r="r" b="b"/>
              <a:pathLst>
                <a:path w="16592" h="4166" extrusionOk="0">
                  <a:moveTo>
                    <a:pt x="0" y="1"/>
                  </a:moveTo>
                  <a:lnTo>
                    <a:pt x="0" y="1"/>
                  </a:lnTo>
                  <a:cubicBezTo>
                    <a:pt x="5924" y="2743"/>
                    <a:pt x="11491" y="4166"/>
                    <a:pt x="14365" y="4166"/>
                  </a:cubicBezTo>
                  <a:cubicBezTo>
                    <a:pt x="15589" y="4166"/>
                    <a:pt x="16324" y="3908"/>
                    <a:pt x="16391" y="3384"/>
                  </a:cubicBezTo>
                  <a:cubicBezTo>
                    <a:pt x="16592" y="1630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18" name="Google Shape;1018;p73"/>
            <p:cNvSpPr/>
            <p:nvPr/>
          </p:nvSpPr>
          <p:spPr>
            <a:xfrm>
              <a:off x="3131254" y="3124545"/>
              <a:ext cx="270327" cy="188272"/>
            </a:xfrm>
            <a:custGeom>
              <a:avLst/>
              <a:gdLst/>
              <a:ahLst/>
              <a:cxnLst/>
              <a:rect l="l" t="t" r="r" b="b"/>
              <a:pathLst>
                <a:path w="15138" h="10543" extrusionOk="0">
                  <a:moveTo>
                    <a:pt x="13441" y="1"/>
                  </a:moveTo>
                  <a:cubicBezTo>
                    <a:pt x="11290" y="1"/>
                    <a:pt x="0" y="10543"/>
                    <a:pt x="0" y="10543"/>
                  </a:cubicBezTo>
                  <a:cubicBezTo>
                    <a:pt x="7970" y="8187"/>
                    <a:pt x="15138" y="844"/>
                    <a:pt x="13634" y="42"/>
                  </a:cubicBezTo>
                  <a:cubicBezTo>
                    <a:pt x="13582" y="14"/>
                    <a:pt x="13517" y="1"/>
                    <a:pt x="134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19" name="Google Shape;1019;p73"/>
            <p:cNvSpPr/>
            <p:nvPr/>
          </p:nvSpPr>
          <p:spPr>
            <a:xfrm>
              <a:off x="3131254" y="3312783"/>
              <a:ext cx="334042" cy="102413"/>
            </a:xfrm>
            <a:custGeom>
              <a:avLst/>
              <a:gdLst/>
              <a:ahLst/>
              <a:cxnLst/>
              <a:rect l="l" t="t" r="r" b="b"/>
              <a:pathLst>
                <a:path w="18706" h="5735" extrusionOk="0">
                  <a:moveTo>
                    <a:pt x="0" y="1"/>
                  </a:moveTo>
                  <a:cubicBezTo>
                    <a:pt x="0" y="1"/>
                    <a:pt x="5589" y="3209"/>
                    <a:pt x="10526" y="4412"/>
                  </a:cubicBezTo>
                  <a:cubicBezTo>
                    <a:pt x="13557" y="5154"/>
                    <a:pt x="16120" y="5734"/>
                    <a:pt x="17480" y="5734"/>
                  </a:cubicBezTo>
                  <a:cubicBezTo>
                    <a:pt x="18325" y="5734"/>
                    <a:pt x="18705" y="5511"/>
                    <a:pt x="18446" y="4963"/>
                  </a:cubicBezTo>
                  <a:cubicBezTo>
                    <a:pt x="17745" y="3510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20" name="Google Shape;1020;p73"/>
            <p:cNvSpPr/>
            <p:nvPr/>
          </p:nvSpPr>
          <p:spPr>
            <a:xfrm>
              <a:off x="2965211" y="3167774"/>
              <a:ext cx="228719" cy="163396"/>
            </a:xfrm>
            <a:custGeom>
              <a:avLst/>
              <a:gdLst/>
              <a:ahLst/>
              <a:cxnLst/>
              <a:rect l="l" t="t" r="r" b="b"/>
              <a:pathLst>
                <a:path w="12808" h="9150" extrusionOk="0">
                  <a:moveTo>
                    <a:pt x="11295" y="0"/>
                  </a:moveTo>
                  <a:cubicBezTo>
                    <a:pt x="10119" y="0"/>
                    <a:pt x="8288" y="1659"/>
                    <a:pt x="5464" y="4187"/>
                  </a:cubicBezTo>
                  <a:cubicBezTo>
                    <a:pt x="2357" y="6969"/>
                    <a:pt x="1" y="9149"/>
                    <a:pt x="1" y="9149"/>
                  </a:cubicBezTo>
                  <a:cubicBezTo>
                    <a:pt x="6718" y="7119"/>
                    <a:pt x="12808" y="428"/>
                    <a:pt x="11630" y="52"/>
                  </a:cubicBezTo>
                  <a:cubicBezTo>
                    <a:pt x="11525" y="17"/>
                    <a:pt x="11413" y="0"/>
                    <a:pt x="112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21" name="Google Shape;1021;p73"/>
            <p:cNvSpPr/>
            <p:nvPr/>
          </p:nvSpPr>
          <p:spPr>
            <a:xfrm>
              <a:off x="2835432" y="3202343"/>
              <a:ext cx="227380" cy="135092"/>
            </a:xfrm>
            <a:custGeom>
              <a:avLst/>
              <a:gdLst/>
              <a:ahLst/>
              <a:cxnLst/>
              <a:rect l="l" t="t" r="r" b="b"/>
              <a:pathLst>
                <a:path w="12733" h="7565" extrusionOk="0">
                  <a:moveTo>
                    <a:pt x="11271" y="0"/>
                  </a:moveTo>
                  <a:cubicBezTo>
                    <a:pt x="9358" y="0"/>
                    <a:pt x="1" y="7564"/>
                    <a:pt x="1" y="7564"/>
                  </a:cubicBezTo>
                  <a:cubicBezTo>
                    <a:pt x="4788" y="6537"/>
                    <a:pt x="12732" y="747"/>
                    <a:pt x="11479" y="45"/>
                  </a:cubicBezTo>
                  <a:cubicBezTo>
                    <a:pt x="11425" y="15"/>
                    <a:pt x="11355" y="0"/>
                    <a:pt x="112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22" name="Google Shape;1022;p73"/>
            <p:cNvSpPr/>
            <p:nvPr/>
          </p:nvSpPr>
          <p:spPr>
            <a:xfrm>
              <a:off x="2965211" y="3331139"/>
              <a:ext cx="332328" cy="112467"/>
            </a:xfrm>
            <a:custGeom>
              <a:avLst/>
              <a:gdLst/>
              <a:ahLst/>
              <a:cxnLst/>
              <a:rect l="l" t="t" r="r" b="b"/>
              <a:pathLst>
                <a:path w="18610" h="6298" extrusionOk="0">
                  <a:moveTo>
                    <a:pt x="1" y="0"/>
                  </a:moveTo>
                  <a:cubicBezTo>
                    <a:pt x="2908" y="3083"/>
                    <a:pt x="12482" y="6166"/>
                    <a:pt x="15715" y="6291"/>
                  </a:cubicBezTo>
                  <a:cubicBezTo>
                    <a:pt x="15812" y="6296"/>
                    <a:pt x="15901" y="6298"/>
                    <a:pt x="15981" y="6298"/>
                  </a:cubicBezTo>
                  <a:cubicBezTo>
                    <a:pt x="18610" y="6298"/>
                    <a:pt x="12706" y="3966"/>
                    <a:pt x="8572" y="2507"/>
                  </a:cubicBezTo>
                  <a:cubicBezTo>
                    <a:pt x="4312" y="1003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23" name="Google Shape;1023;p73"/>
            <p:cNvSpPr/>
            <p:nvPr/>
          </p:nvSpPr>
          <p:spPr>
            <a:xfrm>
              <a:off x="2835432" y="3337407"/>
              <a:ext cx="220665" cy="98931"/>
            </a:xfrm>
            <a:custGeom>
              <a:avLst/>
              <a:gdLst/>
              <a:ahLst/>
              <a:cxnLst/>
              <a:rect l="l" t="t" r="r" b="b"/>
              <a:pathLst>
                <a:path w="12357" h="5540" extrusionOk="0">
                  <a:moveTo>
                    <a:pt x="1" y="0"/>
                  </a:moveTo>
                  <a:cubicBezTo>
                    <a:pt x="3000" y="3633"/>
                    <a:pt x="8063" y="5539"/>
                    <a:pt x="10272" y="5539"/>
                  </a:cubicBezTo>
                  <a:cubicBezTo>
                    <a:pt x="10684" y="5539"/>
                    <a:pt x="10997" y="5473"/>
                    <a:pt x="11179" y="5339"/>
                  </a:cubicBezTo>
                  <a:cubicBezTo>
                    <a:pt x="12356" y="4461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24" name="Google Shape;1024;p73"/>
            <p:cNvSpPr/>
            <p:nvPr/>
          </p:nvSpPr>
          <p:spPr>
            <a:xfrm>
              <a:off x="2723100" y="3216432"/>
              <a:ext cx="235880" cy="117860"/>
            </a:xfrm>
            <a:custGeom>
              <a:avLst/>
              <a:gdLst/>
              <a:ahLst/>
              <a:cxnLst/>
              <a:rect l="l" t="t" r="r" b="b"/>
              <a:pathLst>
                <a:path w="13209" h="6600" extrusionOk="0">
                  <a:moveTo>
                    <a:pt x="11102" y="0"/>
                  </a:moveTo>
                  <a:cubicBezTo>
                    <a:pt x="8754" y="0"/>
                    <a:pt x="1" y="6600"/>
                    <a:pt x="1" y="6600"/>
                  </a:cubicBezTo>
                  <a:cubicBezTo>
                    <a:pt x="6292" y="5146"/>
                    <a:pt x="13209" y="610"/>
                    <a:pt x="11354" y="33"/>
                  </a:cubicBezTo>
                  <a:cubicBezTo>
                    <a:pt x="11281" y="11"/>
                    <a:pt x="11197" y="0"/>
                    <a:pt x="111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25" name="Google Shape;1025;p73"/>
            <p:cNvSpPr/>
            <p:nvPr/>
          </p:nvSpPr>
          <p:spPr>
            <a:xfrm>
              <a:off x="2673870" y="3183702"/>
              <a:ext cx="1051342" cy="160610"/>
            </a:xfrm>
            <a:custGeom>
              <a:avLst/>
              <a:gdLst/>
              <a:ahLst/>
              <a:cxnLst/>
              <a:rect l="l" t="t" r="r" b="b"/>
              <a:pathLst>
                <a:path w="58874" h="8994" extrusionOk="0">
                  <a:moveTo>
                    <a:pt x="58453" y="1"/>
                  </a:moveTo>
                  <a:cubicBezTo>
                    <a:pt x="58426" y="1"/>
                    <a:pt x="58398" y="4"/>
                    <a:pt x="58372" y="12"/>
                  </a:cubicBezTo>
                  <a:cubicBezTo>
                    <a:pt x="58039" y="101"/>
                    <a:pt x="28835" y="8235"/>
                    <a:pt x="7932" y="8235"/>
                  </a:cubicBezTo>
                  <a:cubicBezTo>
                    <a:pt x="5270" y="8235"/>
                    <a:pt x="2743" y="8104"/>
                    <a:pt x="427" y="7806"/>
                  </a:cubicBezTo>
                  <a:cubicBezTo>
                    <a:pt x="412" y="7804"/>
                    <a:pt x="398" y="7804"/>
                    <a:pt x="383" y="7804"/>
                  </a:cubicBezTo>
                  <a:cubicBezTo>
                    <a:pt x="202" y="7804"/>
                    <a:pt x="49" y="7946"/>
                    <a:pt x="26" y="8132"/>
                  </a:cubicBezTo>
                  <a:cubicBezTo>
                    <a:pt x="1" y="8257"/>
                    <a:pt x="26" y="8358"/>
                    <a:pt x="101" y="8433"/>
                  </a:cubicBezTo>
                  <a:cubicBezTo>
                    <a:pt x="176" y="8508"/>
                    <a:pt x="251" y="8533"/>
                    <a:pt x="327" y="8558"/>
                  </a:cubicBezTo>
                  <a:cubicBezTo>
                    <a:pt x="2669" y="8860"/>
                    <a:pt x="5225" y="8993"/>
                    <a:pt x="7916" y="8993"/>
                  </a:cubicBezTo>
                  <a:cubicBezTo>
                    <a:pt x="28948" y="8993"/>
                    <a:pt x="58239" y="827"/>
                    <a:pt x="58573" y="739"/>
                  </a:cubicBezTo>
                  <a:cubicBezTo>
                    <a:pt x="58748" y="688"/>
                    <a:pt x="58873" y="488"/>
                    <a:pt x="58823" y="287"/>
                  </a:cubicBezTo>
                  <a:cubicBezTo>
                    <a:pt x="58781" y="117"/>
                    <a:pt x="58611" y="1"/>
                    <a:pt x="584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26" name="Google Shape;1026;p73"/>
            <p:cNvSpPr/>
            <p:nvPr/>
          </p:nvSpPr>
          <p:spPr>
            <a:xfrm>
              <a:off x="789729" y="3025908"/>
              <a:ext cx="223862" cy="132074"/>
            </a:xfrm>
            <a:custGeom>
              <a:avLst/>
              <a:gdLst/>
              <a:ahLst/>
              <a:cxnLst/>
              <a:rect l="l" t="t" r="r" b="b"/>
              <a:pathLst>
                <a:path w="12536" h="7396" extrusionOk="0">
                  <a:moveTo>
                    <a:pt x="641" y="1"/>
                  </a:moveTo>
                  <a:cubicBezTo>
                    <a:pt x="222" y="1"/>
                    <a:pt x="0" y="211"/>
                    <a:pt x="55" y="703"/>
                  </a:cubicBezTo>
                  <a:cubicBezTo>
                    <a:pt x="431" y="3886"/>
                    <a:pt x="12536" y="7395"/>
                    <a:pt x="12536" y="7395"/>
                  </a:cubicBezTo>
                  <a:cubicBezTo>
                    <a:pt x="12536" y="7395"/>
                    <a:pt x="3123" y="1"/>
                    <a:pt x="6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27" name="Google Shape;1027;p73"/>
            <p:cNvSpPr/>
            <p:nvPr/>
          </p:nvSpPr>
          <p:spPr>
            <a:xfrm>
              <a:off x="966576" y="3023140"/>
              <a:ext cx="239898" cy="208683"/>
            </a:xfrm>
            <a:custGeom>
              <a:avLst/>
              <a:gdLst/>
              <a:ahLst/>
              <a:cxnLst/>
              <a:rect l="l" t="t" r="r" b="b"/>
              <a:pathLst>
                <a:path w="13434" h="11686" extrusionOk="0">
                  <a:moveTo>
                    <a:pt x="290" y="1"/>
                  </a:moveTo>
                  <a:cubicBezTo>
                    <a:pt x="140" y="1"/>
                    <a:pt x="56" y="82"/>
                    <a:pt x="50" y="257"/>
                  </a:cubicBezTo>
                  <a:cubicBezTo>
                    <a:pt x="0" y="2512"/>
                    <a:pt x="9399" y="9355"/>
                    <a:pt x="13434" y="11685"/>
                  </a:cubicBezTo>
                  <a:cubicBezTo>
                    <a:pt x="13434" y="11685"/>
                    <a:pt x="2091" y="1"/>
                    <a:pt x="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28" name="Google Shape;1028;p73"/>
            <p:cNvSpPr/>
            <p:nvPr/>
          </p:nvSpPr>
          <p:spPr>
            <a:xfrm>
              <a:off x="1166011" y="3064120"/>
              <a:ext cx="217683" cy="228112"/>
            </a:xfrm>
            <a:custGeom>
              <a:avLst/>
              <a:gdLst/>
              <a:ahLst/>
              <a:cxnLst/>
              <a:rect l="l" t="t" r="r" b="b"/>
              <a:pathLst>
                <a:path w="12190" h="12774" extrusionOk="0">
                  <a:moveTo>
                    <a:pt x="315" y="0"/>
                  </a:moveTo>
                  <a:cubicBezTo>
                    <a:pt x="111" y="0"/>
                    <a:pt x="1" y="174"/>
                    <a:pt x="9" y="568"/>
                  </a:cubicBezTo>
                  <a:cubicBezTo>
                    <a:pt x="59" y="2849"/>
                    <a:pt x="5247" y="9591"/>
                    <a:pt x="12190" y="12774"/>
                  </a:cubicBezTo>
                  <a:cubicBezTo>
                    <a:pt x="12190" y="12774"/>
                    <a:pt x="10034" y="9992"/>
                    <a:pt x="6902" y="6634"/>
                  </a:cubicBezTo>
                  <a:cubicBezTo>
                    <a:pt x="4338" y="3863"/>
                    <a:pt x="1279" y="0"/>
                    <a:pt x="3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29" name="Google Shape;1029;p73"/>
            <p:cNvSpPr/>
            <p:nvPr/>
          </p:nvSpPr>
          <p:spPr>
            <a:xfrm>
              <a:off x="931293" y="3216200"/>
              <a:ext cx="305631" cy="40001"/>
            </a:xfrm>
            <a:custGeom>
              <a:avLst/>
              <a:gdLst/>
              <a:ahLst/>
              <a:cxnLst/>
              <a:rect l="l" t="t" r="r" b="b"/>
              <a:pathLst>
                <a:path w="17115" h="2240" extrusionOk="0">
                  <a:moveTo>
                    <a:pt x="6011" y="1"/>
                  </a:moveTo>
                  <a:cubicBezTo>
                    <a:pt x="2534" y="1"/>
                    <a:pt x="1" y="490"/>
                    <a:pt x="1124" y="1625"/>
                  </a:cubicBezTo>
                  <a:cubicBezTo>
                    <a:pt x="1581" y="2082"/>
                    <a:pt x="2786" y="2239"/>
                    <a:pt x="4414" y="2239"/>
                  </a:cubicBezTo>
                  <a:cubicBezTo>
                    <a:pt x="7785" y="2239"/>
                    <a:pt x="12974" y="1568"/>
                    <a:pt x="17114" y="1500"/>
                  </a:cubicBezTo>
                  <a:cubicBezTo>
                    <a:pt x="14570" y="565"/>
                    <a:pt x="9746" y="1"/>
                    <a:pt x="60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30" name="Google Shape;1030;p73"/>
            <p:cNvSpPr/>
            <p:nvPr/>
          </p:nvSpPr>
          <p:spPr>
            <a:xfrm>
              <a:off x="1107550" y="3298409"/>
              <a:ext cx="297631" cy="45126"/>
            </a:xfrm>
            <a:custGeom>
              <a:avLst/>
              <a:gdLst/>
              <a:ahLst/>
              <a:cxnLst/>
              <a:rect l="l" t="t" r="r" b="b"/>
              <a:pathLst>
                <a:path w="16667" h="2527" extrusionOk="0">
                  <a:moveTo>
                    <a:pt x="13363" y="0"/>
                  </a:moveTo>
                  <a:cubicBezTo>
                    <a:pt x="8504" y="0"/>
                    <a:pt x="0" y="179"/>
                    <a:pt x="0" y="1432"/>
                  </a:cubicBezTo>
                  <a:cubicBezTo>
                    <a:pt x="0" y="2149"/>
                    <a:pt x="1304" y="2527"/>
                    <a:pt x="3450" y="2527"/>
                  </a:cubicBezTo>
                  <a:cubicBezTo>
                    <a:pt x="6559" y="2527"/>
                    <a:pt x="11433" y="1734"/>
                    <a:pt x="16667" y="29"/>
                  </a:cubicBezTo>
                  <a:cubicBezTo>
                    <a:pt x="16667" y="29"/>
                    <a:pt x="15306" y="0"/>
                    <a:pt x="133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31" name="Google Shape;1031;p73"/>
            <p:cNvSpPr/>
            <p:nvPr/>
          </p:nvSpPr>
          <p:spPr>
            <a:xfrm>
              <a:off x="1333984" y="3134722"/>
              <a:ext cx="247076" cy="215701"/>
            </a:xfrm>
            <a:custGeom>
              <a:avLst/>
              <a:gdLst/>
              <a:ahLst/>
              <a:cxnLst/>
              <a:rect l="l" t="t" r="r" b="b"/>
              <a:pathLst>
                <a:path w="13836" h="12079" extrusionOk="0">
                  <a:moveTo>
                    <a:pt x="1711" y="0"/>
                  </a:moveTo>
                  <a:cubicBezTo>
                    <a:pt x="1662" y="0"/>
                    <a:pt x="1618" y="8"/>
                    <a:pt x="1580" y="23"/>
                  </a:cubicBezTo>
                  <a:cubicBezTo>
                    <a:pt x="1" y="624"/>
                    <a:pt x="6216" y="8795"/>
                    <a:pt x="13836" y="12078"/>
                  </a:cubicBezTo>
                  <a:cubicBezTo>
                    <a:pt x="13836" y="12078"/>
                    <a:pt x="3691" y="0"/>
                    <a:pt x="17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32" name="Google Shape;1032;p73"/>
            <p:cNvSpPr/>
            <p:nvPr/>
          </p:nvSpPr>
          <p:spPr>
            <a:xfrm>
              <a:off x="1235793" y="3350388"/>
              <a:ext cx="345275" cy="64805"/>
            </a:xfrm>
            <a:custGeom>
              <a:avLst/>
              <a:gdLst/>
              <a:ahLst/>
              <a:cxnLst/>
              <a:rect l="l" t="t" r="r" b="b"/>
              <a:pathLst>
                <a:path w="19335" h="3629" extrusionOk="0">
                  <a:moveTo>
                    <a:pt x="19335" y="0"/>
                  </a:moveTo>
                  <a:cubicBezTo>
                    <a:pt x="19334" y="0"/>
                    <a:pt x="1289" y="1354"/>
                    <a:pt x="437" y="2682"/>
                  </a:cubicBezTo>
                  <a:cubicBezTo>
                    <a:pt x="0" y="3376"/>
                    <a:pt x="776" y="3628"/>
                    <a:pt x="2313" y="3628"/>
                  </a:cubicBezTo>
                  <a:cubicBezTo>
                    <a:pt x="3771" y="3628"/>
                    <a:pt x="5916" y="3401"/>
                    <a:pt x="8357" y="3108"/>
                  </a:cubicBezTo>
                  <a:cubicBezTo>
                    <a:pt x="13395" y="2531"/>
                    <a:pt x="19334" y="0"/>
                    <a:pt x="193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33" name="Google Shape;1033;p73"/>
            <p:cNvSpPr/>
            <p:nvPr/>
          </p:nvSpPr>
          <p:spPr>
            <a:xfrm>
              <a:off x="1535383" y="3201933"/>
              <a:ext cx="208129" cy="186968"/>
            </a:xfrm>
            <a:custGeom>
              <a:avLst/>
              <a:gdLst/>
              <a:ahLst/>
              <a:cxnLst/>
              <a:rect l="l" t="t" r="r" b="b"/>
              <a:pathLst>
                <a:path w="11655" h="10470" extrusionOk="0">
                  <a:moveTo>
                    <a:pt x="1402" y="0"/>
                  </a:moveTo>
                  <a:cubicBezTo>
                    <a:pt x="1334" y="0"/>
                    <a:pt x="1268" y="6"/>
                    <a:pt x="1203" y="18"/>
                  </a:cubicBezTo>
                  <a:cubicBezTo>
                    <a:pt x="0" y="244"/>
                    <a:pt x="5238" y="7637"/>
                    <a:pt x="11654" y="10470"/>
                  </a:cubicBezTo>
                  <a:cubicBezTo>
                    <a:pt x="11654" y="10470"/>
                    <a:pt x="9599" y="8013"/>
                    <a:pt x="6842" y="4881"/>
                  </a:cubicBezTo>
                  <a:cubicBezTo>
                    <a:pt x="4231" y="1890"/>
                    <a:pt x="2609" y="0"/>
                    <a:pt x="14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34" name="Google Shape;1034;p73"/>
            <p:cNvSpPr/>
            <p:nvPr/>
          </p:nvSpPr>
          <p:spPr>
            <a:xfrm>
              <a:off x="1660679" y="3251965"/>
              <a:ext cx="211272" cy="158860"/>
            </a:xfrm>
            <a:custGeom>
              <a:avLst/>
              <a:gdLst/>
              <a:ahLst/>
              <a:cxnLst/>
              <a:rect l="l" t="t" r="r" b="b"/>
              <a:pathLst>
                <a:path w="11831" h="8896" extrusionOk="0">
                  <a:moveTo>
                    <a:pt x="1486" y="0"/>
                  </a:moveTo>
                  <a:cubicBezTo>
                    <a:pt x="1436" y="0"/>
                    <a:pt x="1392" y="8"/>
                    <a:pt x="1354" y="23"/>
                  </a:cubicBezTo>
                  <a:cubicBezTo>
                    <a:pt x="1" y="575"/>
                    <a:pt x="7194" y="7292"/>
                    <a:pt x="11830" y="8896"/>
                  </a:cubicBezTo>
                  <a:cubicBezTo>
                    <a:pt x="11830" y="8896"/>
                    <a:pt x="3195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35" name="Google Shape;1035;p73"/>
            <p:cNvSpPr/>
            <p:nvPr/>
          </p:nvSpPr>
          <p:spPr>
            <a:xfrm>
              <a:off x="1393516" y="3388868"/>
              <a:ext cx="350007" cy="77841"/>
            </a:xfrm>
            <a:custGeom>
              <a:avLst/>
              <a:gdLst/>
              <a:ahLst/>
              <a:cxnLst/>
              <a:rect l="l" t="t" r="r" b="b"/>
              <a:pathLst>
                <a:path w="19600" h="4359" extrusionOk="0">
                  <a:moveTo>
                    <a:pt x="19599" y="1"/>
                  </a:moveTo>
                  <a:cubicBezTo>
                    <a:pt x="19599" y="1"/>
                    <a:pt x="15213" y="452"/>
                    <a:pt x="10802" y="1429"/>
                  </a:cubicBezTo>
                  <a:cubicBezTo>
                    <a:pt x="6391" y="2432"/>
                    <a:pt x="0" y="4086"/>
                    <a:pt x="3233" y="4336"/>
                  </a:cubicBezTo>
                  <a:cubicBezTo>
                    <a:pt x="3429" y="4351"/>
                    <a:pt x="3647" y="4359"/>
                    <a:pt x="3887" y="4359"/>
                  </a:cubicBezTo>
                  <a:cubicBezTo>
                    <a:pt x="7648" y="4359"/>
                    <a:pt x="16536" y="2545"/>
                    <a:pt x="195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36" name="Google Shape;1036;p73"/>
            <p:cNvSpPr/>
            <p:nvPr/>
          </p:nvSpPr>
          <p:spPr>
            <a:xfrm>
              <a:off x="1642787" y="3410795"/>
              <a:ext cx="229165" cy="76591"/>
            </a:xfrm>
            <a:custGeom>
              <a:avLst/>
              <a:gdLst/>
              <a:ahLst/>
              <a:cxnLst/>
              <a:rect l="l" t="t" r="r" b="b"/>
              <a:pathLst>
                <a:path w="12833" h="4289" extrusionOk="0">
                  <a:moveTo>
                    <a:pt x="12832" y="1"/>
                  </a:moveTo>
                  <a:cubicBezTo>
                    <a:pt x="12832" y="1"/>
                    <a:pt x="0" y="2933"/>
                    <a:pt x="1078" y="3935"/>
                  </a:cubicBezTo>
                  <a:cubicBezTo>
                    <a:pt x="1322" y="4168"/>
                    <a:pt x="1867" y="4289"/>
                    <a:pt x="2610" y="4289"/>
                  </a:cubicBezTo>
                  <a:cubicBezTo>
                    <a:pt x="5072" y="4289"/>
                    <a:pt x="9714" y="2965"/>
                    <a:pt x="128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37" name="Google Shape;1037;p73"/>
            <p:cNvSpPr/>
            <p:nvPr/>
          </p:nvSpPr>
          <p:spPr>
            <a:xfrm>
              <a:off x="1762727" y="3279928"/>
              <a:ext cx="221112" cy="141199"/>
            </a:xfrm>
            <a:custGeom>
              <a:avLst/>
              <a:gdLst/>
              <a:ahLst/>
              <a:cxnLst/>
              <a:rect l="l" t="t" r="r" b="b"/>
              <a:pathLst>
                <a:path w="12382" h="7907" extrusionOk="0">
                  <a:moveTo>
                    <a:pt x="2034" y="0"/>
                  </a:moveTo>
                  <a:cubicBezTo>
                    <a:pt x="1988" y="0"/>
                    <a:pt x="1945" y="4"/>
                    <a:pt x="1905" y="11"/>
                  </a:cubicBezTo>
                  <a:cubicBezTo>
                    <a:pt x="0" y="362"/>
                    <a:pt x="6316" y="5701"/>
                    <a:pt x="12381" y="7906"/>
                  </a:cubicBezTo>
                  <a:cubicBezTo>
                    <a:pt x="12381" y="7906"/>
                    <a:pt x="4187" y="0"/>
                    <a:pt x="20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38" name="Google Shape;1038;p73"/>
            <p:cNvSpPr/>
            <p:nvPr/>
          </p:nvSpPr>
          <p:spPr>
            <a:xfrm>
              <a:off x="1005949" y="3151418"/>
              <a:ext cx="1027163" cy="277327"/>
            </a:xfrm>
            <a:custGeom>
              <a:avLst/>
              <a:gdLst/>
              <a:ahLst/>
              <a:cxnLst/>
              <a:rect l="l" t="t" r="r" b="b"/>
              <a:pathLst>
                <a:path w="57520" h="15530" extrusionOk="0">
                  <a:moveTo>
                    <a:pt x="419" y="1"/>
                  </a:moveTo>
                  <a:cubicBezTo>
                    <a:pt x="278" y="1"/>
                    <a:pt x="156" y="94"/>
                    <a:pt x="101" y="241"/>
                  </a:cubicBezTo>
                  <a:cubicBezTo>
                    <a:pt x="1" y="416"/>
                    <a:pt x="101" y="642"/>
                    <a:pt x="302" y="717"/>
                  </a:cubicBezTo>
                  <a:cubicBezTo>
                    <a:pt x="651" y="867"/>
                    <a:pt x="36041" y="15530"/>
                    <a:pt x="56880" y="15530"/>
                  </a:cubicBezTo>
                  <a:cubicBezTo>
                    <a:pt x="56968" y="15530"/>
                    <a:pt x="57056" y="15530"/>
                    <a:pt x="57144" y="15529"/>
                  </a:cubicBezTo>
                  <a:cubicBezTo>
                    <a:pt x="57219" y="15529"/>
                    <a:pt x="57294" y="15479"/>
                    <a:pt x="57370" y="15454"/>
                  </a:cubicBezTo>
                  <a:cubicBezTo>
                    <a:pt x="57445" y="15379"/>
                    <a:pt x="57520" y="15278"/>
                    <a:pt x="57520" y="15153"/>
                  </a:cubicBezTo>
                  <a:cubicBezTo>
                    <a:pt x="57520" y="14928"/>
                    <a:pt x="57345" y="14777"/>
                    <a:pt x="57144" y="14777"/>
                  </a:cubicBezTo>
                  <a:cubicBezTo>
                    <a:pt x="57057" y="14778"/>
                    <a:pt x="56969" y="14778"/>
                    <a:pt x="56881" y="14778"/>
                  </a:cubicBezTo>
                  <a:cubicBezTo>
                    <a:pt x="36192" y="14778"/>
                    <a:pt x="927" y="165"/>
                    <a:pt x="577" y="40"/>
                  </a:cubicBezTo>
                  <a:cubicBezTo>
                    <a:pt x="524" y="13"/>
                    <a:pt x="470" y="1"/>
                    <a:pt x="4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39" name="Google Shape;1039;p73"/>
            <p:cNvSpPr/>
            <p:nvPr/>
          </p:nvSpPr>
          <p:spPr>
            <a:xfrm>
              <a:off x="772802" y="2346556"/>
              <a:ext cx="233630" cy="281559"/>
            </a:xfrm>
            <a:custGeom>
              <a:avLst/>
              <a:gdLst/>
              <a:ahLst/>
              <a:cxnLst/>
              <a:rect l="l" t="t" r="r" b="b"/>
              <a:pathLst>
                <a:path w="13083" h="15767" extrusionOk="0">
                  <a:moveTo>
                    <a:pt x="5534" y="1"/>
                  </a:moveTo>
                  <a:cubicBezTo>
                    <a:pt x="5519" y="1"/>
                    <a:pt x="5504" y="1"/>
                    <a:pt x="5489" y="2"/>
                  </a:cubicBezTo>
                  <a:cubicBezTo>
                    <a:pt x="0" y="353"/>
                    <a:pt x="13083" y="15767"/>
                    <a:pt x="13083" y="15767"/>
                  </a:cubicBezTo>
                  <a:cubicBezTo>
                    <a:pt x="13083" y="15767"/>
                    <a:pt x="8274" y="1"/>
                    <a:pt x="55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40" name="Google Shape;1040;p73"/>
            <p:cNvSpPr/>
            <p:nvPr/>
          </p:nvSpPr>
          <p:spPr>
            <a:xfrm>
              <a:off x="715769" y="2413695"/>
              <a:ext cx="290667" cy="214415"/>
            </a:xfrm>
            <a:custGeom>
              <a:avLst/>
              <a:gdLst/>
              <a:ahLst/>
              <a:cxnLst/>
              <a:rect l="l" t="t" r="r" b="b"/>
              <a:pathLst>
                <a:path w="16277" h="12007" extrusionOk="0">
                  <a:moveTo>
                    <a:pt x="500" y="1"/>
                  </a:moveTo>
                  <a:cubicBezTo>
                    <a:pt x="176" y="1"/>
                    <a:pt x="0" y="171"/>
                    <a:pt x="11" y="553"/>
                  </a:cubicBezTo>
                  <a:cubicBezTo>
                    <a:pt x="111" y="4764"/>
                    <a:pt x="16277" y="12007"/>
                    <a:pt x="16277" y="12007"/>
                  </a:cubicBezTo>
                  <a:cubicBezTo>
                    <a:pt x="16277" y="12007"/>
                    <a:pt x="3211" y="1"/>
                    <a:pt x="5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41" name="Google Shape;1041;p73"/>
            <p:cNvSpPr/>
            <p:nvPr/>
          </p:nvSpPr>
          <p:spPr>
            <a:xfrm>
              <a:off x="977094" y="2402463"/>
              <a:ext cx="94216" cy="318739"/>
            </a:xfrm>
            <a:custGeom>
              <a:avLst/>
              <a:gdLst/>
              <a:ahLst/>
              <a:cxnLst/>
              <a:rect l="l" t="t" r="r" b="b"/>
              <a:pathLst>
                <a:path w="5276" h="17849" extrusionOk="0">
                  <a:moveTo>
                    <a:pt x="2065" y="0"/>
                  </a:moveTo>
                  <a:cubicBezTo>
                    <a:pt x="0" y="0"/>
                    <a:pt x="5276" y="17849"/>
                    <a:pt x="5276" y="17849"/>
                  </a:cubicBezTo>
                  <a:cubicBezTo>
                    <a:pt x="5276" y="17849"/>
                    <a:pt x="4324" y="280"/>
                    <a:pt x="2118" y="4"/>
                  </a:cubicBezTo>
                  <a:cubicBezTo>
                    <a:pt x="2100" y="2"/>
                    <a:pt x="2082" y="0"/>
                    <a:pt x="2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42" name="Google Shape;1042;p73"/>
            <p:cNvSpPr/>
            <p:nvPr/>
          </p:nvSpPr>
          <p:spPr>
            <a:xfrm>
              <a:off x="1092248" y="2537723"/>
              <a:ext cx="76627" cy="262684"/>
            </a:xfrm>
            <a:custGeom>
              <a:avLst/>
              <a:gdLst/>
              <a:ahLst/>
              <a:cxnLst/>
              <a:rect l="l" t="t" r="r" b="b"/>
              <a:pathLst>
                <a:path w="4291" h="14710" extrusionOk="0">
                  <a:moveTo>
                    <a:pt x="1865" y="1"/>
                  </a:moveTo>
                  <a:cubicBezTo>
                    <a:pt x="536" y="1"/>
                    <a:pt x="0" y="7999"/>
                    <a:pt x="2135" y="14710"/>
                  </a:cubicBezTo>
                  <a:cubicBezTo>
                    <a:pt x="2135" y="14710"/>
                    <a:pt x="4291" y="3582"/>
                    <a:pt x="2511" y="575"/>
                  </a:cubicBezTo>
                  <a:cubicBezTo>
                    <a:pt x="2282" y="182"/>
                    <a:pt x="2064" y="1"/>
                    <a:pt x="18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43" name="Google Shape;1043;p73"/>
            <p:cNvSpPr/>
            <p:nvPr/>
          </p:nvSpPr>
          <p:spPr>
            <a:xfrm>
              <a:off x="1172886" y="2624503"/>
              <a:ext cx="86395" cy="271684"/>
            </a:xfrm>
            <a:custGeom>
              <a:avLst/>
              <a:gdLst/>
              <a:ahLst/>
              <a:cxnLst/>
              <a:rect l="l" t="t" r="r" b="b"/>
              <a:pathLst>
                <a:path w="4838" h="15214" extrusionOk="0">
                  <a:moveTo>
                    <a:pt x="2055" y="0"/>
                  </a:moveTo>
                  <a:cubicBezTo>
                    <a:pt x="0" y="0"/>
                    <a:pt x="2456" y="15213"/>
                    <a:pt x="2456" y="15213"/>
                  </a:cubicBezTo>
                  <a:cubicBezTo>
                    <a:pt x="4837" y="11780"/>
                    <a:pt x="4111" y="0"/>
                    <a:pt x="20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44" name="Google Shape;1044;p73"/>
            <p:cNvSpPr/>
            <p:nvPr/>
          </p:nvSpPr>
          <p:spPr>
            <a:xfrm>
              <a:off x="1259524" y="2750246"/>
              <a:ext cx="120592" cy="287363"/>
            </a:xfrm>
            <a:custGeom>
              <a:avLst/>
              <a:gdLst/>
              <a:ahLst/>
              <a:cxnLst/>
              <a:rect l="l" t="t" r="r" b="b"/>
              <a:pathLst>
                <a:path w="6753" h="16092" extrusionOk="0">
                  <a:moveTo>
                    <a:pt x="1931" y="1"/>
                  </a:moveTo>
                  <a:cubicBezTo>
                    <a:pt x="1" y="1"/>
                    <a:pt x="4973" y="16091"/>
                    <a:pt x="4973" y="16091"/>
                  </a:cubicBezTo>
                  <a:cubicBezTo>
                    <a:pt x="6752" y="11279"/>
                    <a:pt x="3895" y="76"/>
                    <a:pt x="1940" y="1"/>
                  </a:cubicBezTo>
                  <a:cubicBezTo>
                    <a:pt x="1937" y="1"/>
                    <a:pt x="1934" y="1"/>
                    <a:pt x="19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45" name="Google Shape;1045;p73"/>
            <p:cNvSpPr/>
            <p:nvPr/>
          </p:nvSpPr>
          <p:spPr>
            <a:xfrm>
              <a:off x="1393873" y="2898826"/>
              <a:ext cx="69930" cy="250648"/>
            </a:xfrm>
            <a:custGeom>
              <a:avLst/>
              <a:gdLst/>
              <a:ahLst/>
              <a:cxnLst/>
              <a:rect l="l" t="t" r="r" b="b"/>
              <a:pathLst>
                <a:path w="3916" h="14036" extrusionOk="0">
                  <a:moveTo>
                    <a:pt x="1281" y="1"/>
                  </a:moveTo>
                  <a:cubicBezTo>
                    <a:pt x="0" y="1"/>
                    <a:pt x="3614" y="14036"/>
                    <a:pt x="3614" y="14036"/>
                  </a:cubicBezTo>
                  <a:cubicBezTo>
                    <a:pt x="3915" y="8898"/>
                    <a:pt x="3614" y="2206"/>
                    <a:pt x="1584" y="176"/>
                  </a:cubicBezTo>
                  <a:cubicBezTo>
                    <a:pt x="1462" y="57"/>
                    <a:pt x="1362" y="1"/>
                    <a:pt x="12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46" name="Google Shape;1046;p73"/>
            <p:cNvSpPr/>
            <p:nvPr/>
          </p:nvSpPr>
          <p:spPr>
            <a:xfrm>
              <a:off x="1492421" y="2996820"/>
              <a:ext cx="129663" cy="278863"/>
            </a:xfrm>
            <a:custGeom>
              <a:avLst/>
              <a:gdLst/>
              <a:ahLst/>
              <a:cxnLst/>
              <a:rect l="l" t="t" r="r" b="b"/>
              <a:pathLst>
                <a:path w="7261" h="15616" extrusionOk="0">
                  <a:moveTo>
                    <a:pt x="1955" y="1"/>
                  </a:moveTo>
                  <a:cubicBezTo>
                    <a:pt x="1947" y="1"/>
                    <a:pt x="1938" y="1"/>
                    <a:pt x="1930" y="2"/>
                  </a:cubicBezTo>
                  <a:cubicBezTo>
                    <a:pt x="0" y="77"/>
                    <a:pt x="5439" y="15616"/>
                    <a:pt x="5439" y="15616"/>
                  </a:cubicBezTo>
                  <a:cubicBezTo>
                    <a:pt x="7260" y="11423"/>
                    <a:pt x="3889" y="1"/>
                    <a:pt x="19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47" name="Google Shape;1047;p73"/>
            <p:cNvSpPr/>
            <p:nvPr/>
          </p:nvSpPr>
          <p:spPr>
            <a:xfrm>
              <a:off x="814871" y="2612415"/>
              <a:ext cx="256452" cy="108770"/>
            </a:xfrm>
            <a:custGeom>
              <a:avLst/>
              <a:gdLst/>
              <a:ahLst/>
              <a:cxnLst/>
              <a:rect l="l" t="t" r="r" b="b"/>
              <a:pathLst>
                <a:path w="14361" h="6091" extrusionOk="0">
                  <a:moveTo>
                    <a:pt x="627" y="1"/>
                  </a:moveTo>
                  <a:cubicBezTo>
                    <a:pt x="354" y="1"/>
                    <a:pt x="193" y="78"/>
                    <a:pt x="175" y="251"/>
                  </a:cubicBezTo>
                  <a:cubicBezTo>
                    <a:pt x="0" y="1930"/>
                    <a:pt x="8622" y="5991"/>
                    <a:pt x="14361" y="6091"/>
                  </a:cubicBezTo>
                  <a:cubicBezTo>
                    <a:pt x="14361" y="6091"/>
                    <a:pt x="3050" y="1"/>
                    <a:pt x="6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48" name="Google Shape;1048;p73"/>
            <p:cNvSpPr/>
            <p:nvPr/>
          </p:nvSpPr>
          <p:spPr>
            <a:xfrm>
              <a:off x="873778" y="2722283"/>
              <a:ext cx="256630" cy="79341"/>
            </a:xfrm>
            <a:custGeom>
              <a:avLst/>
              <a:gdLst/>
              <a:ahLst/>
              <a:cxnLst/>
              <a:rect l="l" t="t" r="r" b="b"/>
              <a:pathLst>
                <a:path w="14371" h="4443" extrusionOk="0">
                  <a:moveTo>
                    <a:pt x="1783" y="1"/>
                  </a:moveTo>
                  <a:cubicBezTo>
                    <a:pt x="1452" y="1"/>
                    <a:pt x="1211" y="59"/>
                    <a:pt x="1087" y="188"/>
                  </a:cubicBezTo>
                  <a:cubicBezTo>
                    <a:pt x="0" y="1345"/>
                    <a:pt x="7042" y="4442"/>
                    <a:pt x="12921" y="4442"/>
                  </a:cubicBezTo>
                  <a:cubicBezTo>
                    <a:pt x="13414" y="4442"/>
                    <a:pt x="13899" y="4420"/>
                    <a:pt x="14370" y="4374"/>
                  </a:cubicBezTo>
                  <a:cubicBezTo>
                    <a:pt x="14370" y="4374"/>
                    <a:pt x="4657" y="1"/>
                    <a:pt x="17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49" name="Google Shape;1049;p73"/>
            <p:cNvSpPr/>
            <p:nvPr/>
          </p:nvSpPr>
          <p:spPr>
            <a:xfrm>
              <a:off x="952327" y="2822402"/>
              <a:ext cx="264452" cy="76769"/>
            </a:xfrm>
            <a:custGeom>
              <a:avLst/>
              <a:gdLst/>
              <a:ahLst/>
              <a:cxnLst/>
              <a:rect l="l" t="t" r="r" b="b"/>
              <a:pathLst>
                <a:path w="14809" h="4299" extrusionOk="0">
                  <a:moveTo>
                    <a:pt x="2289" y="0"/>
                  </a:moveTo>
                  <a:cubicBezTo>
                    <a:pt x="2182" y="0"/>
                    <a:pt x="2086" y="7"/>
                    <a:pt x="2001" y="20"/>
                  </a:cubicBezTo>
                  <a:cubicBezTo>
                    <a:pt x="1" y="335"/>
                    <a:pt x="7396" y="4299"/>
                    <a:pt x="12974" y="4299"/>
                  </a:cubicBezTo>
                  <a:cubicBezTo>
                    <a:pt x="13615" y="4299"/>
                    <a:pt x="14232" y="4247"/>
                    <a:pt x="14808" y="4130"/>
                  </a:cubicBezTo>
                  <a:cubicBezTo>
                    <a:pt x="14808" y="4130"/>
                    <a:pt x="5017" y="0"/>
                    <a:pt x="22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50" name="Google Shape;1050;p73"/>
            <p:cNvSpPr/>
            <p:nvPr/>
          </p:nvSpPr>
          <p:spPr>
            <a:xfrm>
              <a:off x="1090533" y="2946484"/>
              <a:ext cx="257809" cy="91109"/>
            </a:xfrm>
            <a:custGeom>
              <a:avLst/>
              <a:gdLst/>
              <a:ahLst/>
              <a:cxnLst/>
              <a:rect l="l" t="t" r="r" b="b"/>
              <a:pathLst>
                <a:path w="14437" h="5102" extrusionOk="0">
                  <a:moveTo>
                    <a:pt x="1725" y="1"/>
                  </a:moveTo>
                  <a:cubicBezTo>
                    <a:pt x="1511" y="1"/>
                    <a:pt x="1351" y="36"/>
                    <a:pt x="1254" y="114"/>
                  </a:cubicBezTo>
                  <a:cubicBezTo>
                    <a:pt x="1" y="1091"/>
                    <a:pt x="9725" y="4926"/>
                    <a:pt x="14437" y="5101"/>
                  </a:cubicBezTo>
                  <a:cubicBezTo>
                    <a:pt x="14437" y="5101"/>
                    <a:pt x="4278" y="1"/>
                    <a:pt x="1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51" name="Google Shape;1051;p73"/>
            <p:cNvSpPr/>
            <p:nvPr/>
          </p:nvSpPr>
          <p:spPr>
            <a:xfrm>
              <a:off x="1180707" y="3056227"/>
              <a:ext cx="277738" cy="94770"/>
            </a:xfrm>
            <a:custGeom>
              <a:avLst/>
              <a:gdLst/>
              <a:ahLst/>
              <a:cxnLst/>
              <a:rect l="l" t="t" r="r" b="b"/>
              <a:pathLst>
                <a:path w="15553" h="5307" extrusionOk="0">
                  <a:moveTo>
                    <a:pt x="1508" y="0"/>
                  </a:moveTo>
                  <a:cubicBezTo>
                    <a:pt x="1329" y="0"/>
                    <a:pt x="1196" y="26"/>
                    <a:pt x="1116" y="83"/>
                  </a:cubicBezTo>
                  <a:cubicBezTo>
                    <a:pt x="1" y="896"/>
                    <a:pt x="8665" y="5307"/>
                    <a:pt x="14288" y="5307"/>
                  </a:cubicBezTo>
                  <a:cubicBezTo>
                    <a:pt x="14730" y="5307"/>
                    <a:pt x="15154" y="5279"/>
                    <a:pt x="15552" y="5221"/>
                  </a:cubicBezTo>
                  <a:cubicBezTo>
                    <a:pt x="15552" y="5221"/>
                    <a:pt x="4018" y="0"/>
                    <a:pt x="15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52" name="Google Shape;1052;p73"/>
            <p:cNvSpPr/>
            <p:nvPr/>
          </p:nvSpPr>
          <p:spPr>
            <a:xfrm>
              <a:off x="1318788" y="3184005"/>
              <a:ext cx="270773" cy="98931"/>
            </a:xfrm>
            <a:custGeom>
              <a:avLst/>
              <a:gdLst/>
              <a:ahLst/>
              <a:cxnLst/>
              <a:rect l="l" t="t" r="r" b="b"/>
              <a:pathLst>
                <a:path w="15163" h="5540" extrusionOk="0">
                  <a:moveTo>
                    <a:pt x="1584" y="0"/>
                  </a:moveTo>
                  <a:cubicBezTo>
                    <a:pt x="1456" y="0"/>
                    <a:pt x="1353" y="15"/>
                    <a:pt x="1278" y="45"/>
                  </a:cubicBezTo>
                  <a:cubicBezTo>
                    <a:pt x="1" y="586"/>
                    <a:pt x="7025" y="5540"/>
                    <a:pt x="12645" y="5540"/>
                  </a:cubicBezTo>
                  <a:cubicBezTo>
                    <a:pt x="13532" y="5540"/>
                    <a:pt x="14384" y="5416"/>
                    <a:pt x="15163" y="5133"/>
                  </a:cubicBezTo>
                  <a:cubicBezTo>
                    <a:pt x="15163" y="5133"/>
                    <a:pt x="3994" y="0"/>
                    <a:pt x="15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53" name="Google Shape;1053;p73"/>
            <p:cNvSpPr/>
            <p:nvPr/>
          </p:nvSpPr>
          <p:spPr>
            <a:xfrm>
              <a:off x="998789" y="2621343"/>
              <a:ext cx="747444" cy="785730"/>
            </a:xfrm>
            <a:custGeom>
              <a:avLst/>
              <a:gdLst/>
              <a:ahLst/>
              <a:cxnLst/>
              <a:rect l="l" t="t" r="r" b="b"/>
              <a:pathLst>
                <a:path w="41856" h="44000" extrusionOk="0">
                  <a:moveTo>
                    <a:pt x="432" y="1"/>
                  </a:moveTo>
                  <a:cubicBezTo>
                    <a:pt x="366" y="1"/>
                    <a:pt x="303" y="18"/>
                    <a:pt x="251" y="52"/>
                  </a:cubicBezTo>
                  <a:cubicBezTo>
                    <a:pt x="76" y="152"/>
                    <a:pt x="1" y="378"/>
                    <a:pt x="126" y="553"/>
                  </a:cubicBezTo>
                  <a:cubicBezTo>
                    <a:pt x="8497" y="14263"/>
                    <a:pt x="36994" y="41832"/>
                    <a:pt x="41254" y="43962"/>
                  </a:cubicBezTo>
                  <a:cubicBezTo>
                    <a:pt x="41304" y="43987"/>
                    <a:pt x="41361" y="44000"/>
                    <a:pt x="41417" y="44000"/>
                  </a:cubicBezTo>
                  <a:cubicBezTo>
                    <a:pt x="41473" y="44000"/>
                    <a:pt x="41530" y="43987"/>
                    <a:pt x="41580" y="43962"/>
                  </a:cubicBezTo>
                  <a:cubicBezTo>
                    <a:pt x="41655" y="43912"/>
                    <a:pt x="41705" y="43862"/>
                    <a:pt x="41755" y="43787"/>
                  </a:cubicBezTo>
                  <a:cubicBezTo>
                    <a:pt x="41856" y="43611"/>
                    <a:pt x="41781" y="43386"/>
                    <a:pt x="41580" y="43285"/>
                  </a:cubicBezTo>
                  <a:cubicBezTo>
                    <a:pt x="37369" y="41205"/>
                    <a:pt x="9074" y="13786"/>
                    <a:pt x="753" y="177"/>
                  </a:cubicBezTo>
                  <a:cubicBezTo>
                    <a:pt x="687" y="62"/>
                    <a:pt x="556" y="1"/>
                    <a:pt x="4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54" name="Google Shape;1054;p73"/>
            <p:cNvSpPr/>
            <p:nvPr/>
          </p:nvSpPr>
          <p:spPr>
            <a:xfrm>
              <a:off x="956273" y="1654723"/>
              <a:ext cx="1844412" cy="2134864"/>
            </a:xfrm>
            <a:custGeom>
              <a:avLst/>
              <a:gdLst/>
              <a:ahLst/>
              <a:cxnLst/>
              <a:rect l="l" t="t" r="r" b="b"/>
              <a:pathLst>
                <a:path w="103285" h="119550" extrusionOk="0">
                  <a:moveTo>
                    <a:pt x="72232" y="0"/>
                  </a:moveTo>
                  <a:cubicBezTo>
                    <a:pt x="68723" y="1730"/>
                    <a:pt x="65189" y="3409"/>
                    <a:pt x="61605" y="5063"/>
                  </a:cubicBezTo>
                  <a:cubicBezTo>
                    <a:pt x="61756" y="5614"/>
                    <a:pt x="61906" y="6141"/>
                    <a:pt x="62056" y="6692"/>
                  </a:cubicBezTo>
                  <a:cubicBezTo>
                    <a:pt x="61580" y="6316"/>
                    <a:pt x="61154" y="5915"/>
                    <a:pt x="60728" y="5464"/>
                  </a:cubicBezTo>
                  <a:cubicBezTo>
                    <a:pt x="60427" y="5589"/>
                    <a:pt x="60101" y="5740"/>
                    <a:pt x="59776" y="5890"/>
                  </a:cubicBezTo>
                  <a:cubicBezTo>
                    <a:pt x="59901" y="6542"/>
                    <a:pt x="60001" y="7193"/>
                    <a:pt x="60101" y="7870"/>
                  </a:cubicBezTo>
                  <a:cubicBezTo>
                    <a:pt x="59726" y="7344"/>
                    <a:pt x="59350" y="6792"/>
                    <a:pt x="59024" y="6241"/>
                  </a:cubicBezTo>
                  <a:cubicBezTo>
                    <a:pt x="45590" y="12281"/>
                    <a:pt x="31680" y="17669"/>
                    <a:pt x="17595" y="21930"/>
                  </a:cubicBezTo>
                  <a:cubicBezTo>
                    <a:pt x="17821" y="23158"/>
                    <a:pt x="17946" y="24386"/>
                    <a:pt x="18021" y="25639"/>
                  </a:cubicBezTo>
                  <a:cubicBezTo>
                    <a:pt x="17094" y="24712"/>
                    <a:pt x="16292" y="23659"/>
                    <a:pt x="15665" y="22507"/>
                  </a:cubicBezTo>
                  <a:cubicBezTo>
                    <a:pt x="15440" y="22582"/>
                    <a:pt x="15189" y="22657"/>
                    <a:pt x="14963" y="22732"/>
                  </a:cubicBezTo>
                  <a:cubicBezTo>
                    <a:pt x="15089" y="24111"/>
                    <a:pt x="15239" y="25489"/>
                    <a:pt x="15364" y="26893"/>
                  </a:cubicBezTo>
                  <a:cubicBezTo>
                    <a:pt x="14688" y="25664"/>
                    <a:pt x="14011" y="24436"/>
                    <a:pt x="13334" y="23208"/>
                  </a:cubicBezTo>
                  <a:cubicBezTo>
                    <a:pt x="8898" y="24461"/>
                    <a:pt x="4462" y="25639"/>
                    <a:pt x="1" y="26667"/>
                  </a:cubicBezTo>
                  <a:cubicBezTo>
                    <a:pt x="1104" y="29875"/>
                    <a:pt x="2206" y="33133"/>
                    <a:pt x="3309" y="36441"/>
                  </a:cubicBezTo>
                  <a:cubicBezTo>
                    <a:pt x="4387" y="36617"/>
                    <a:pt x="5465" y="36742"/>
                    <a:pt x="6542" y="36817"/>
                  </a:cubicBezTo>
                  <a:cubicBezTo>
                    <a:pt x="5615" y="37143"/>
                    <a:pt x="4713" y="37569"/>
                    <a:pt x="3861" y="38071"/>
                  </a:cubicBezTo>
                  <a:cubicBezTo>
                    <a:pt x="3936" y="38246"/>
                    <a:pt x="3986" y="38447"/>
                    <a:pt x="4061" y="38622"/>
                  </a:cubicBezTo>
                  <a:cubicBezTo>
                    <a:pt x="4594" y="38544"/>
                    <a:pt x="5136" y="38504"/>
                    <a:pt x="5682" y="38504"/>
                  </a:cubicBezTo>
                  <a:cubicBezTo>
                    <a:pt x="6010" y="38504"/>
                    <a:pt x="6339" y="38519"/>
                    <a:pt x="6668" y="38547"/>
                  </a:cubicBezTo>
                  <a:cubicBezTo>
                    <a:pt x="5941" y="39023"/>
                    <a:pt x="5239" y="39499"/>
                    <a:pt x="4512" y="39975"/>
                  </a:cubicBezTo>
                  <a:cubicBezTo>
                    <a:pt x="13234" y="65991"/>
                    <a:pt x="22131" y="94061"/>
                    <a:pt x="29775" y="119550"/>
                  </a:cubicBezTo>
                  <a:cubicBezTo>
                    <a:pt x="56116" y="114412"/>
                    <a:pt x="79174" y="106066"/>
                    <a:pt x="103285" y="94261"/>
                  </a:cubicBezTo>
                  <a:cubicBezTo>
                    <a:pt x="102483" y="91780"/>
                    <a:pt x="101681" y="89274"/>
                    <a:pt x="100854" y="86793"/>
                  </a:cubicBezTo>
                  <a:cubicBezTo>
                    <a:pt x="100026" y="86943"/>
                    <a:pt x="99224" y="87093"/>
                    <a:pt x="98397" y="87244"/>
                  </a:cubicBezTo>
                  <a:cubicBezTo>
                    <a:pt x="99074" y="86667"/>
                    <a:pt x="99751" y="86091"/>
                    <a:pt x="100453" y="85540"/>
                  </a:cubicBezTo>
                  <a:cubicBezTo>
                    <a:pt x="100277" y="85013"/>
                    <a:pt x="100102" y="84487"/>
                    <a:pt x="99926" y="83961"/>
                  </a:cubicBezTo>
                  <a:cubicBezTo>
                    <a:pt x="99250" y="84036"/>
                    <a:pt x="98548" y="84186"/>
                    <a:pt x="97896" y="84437"/>
                  </a:cubicBezTo>
                  <a:cubicBezTo>
                    <a:pt x="98372" y="83785"/>
                    <a:pt x="98924" y="83234"/>
                    <a:pt x="99525" y="82732"/>
                  </a:cubicBezTo>
                  <a:cubicBezTo>
                    <a:pt x="90528" y="55163"/>
                    <a:pt x="81154" y="27569"/>
                    <a:pt x="722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55" name="Google Shape;1055;p73"/>
            <p:cNvSpPr/>
            <p:nvPr/>
          </p:nvSpPr>
          <p:spPr>
            <a:xfrm>
              <a:off x="1105300" y="1841783"/>
              <a:ext cx="1131451" cy="414008"/>
            </a:xfrm>
            <a:custGeom>
              <a:avLst/>
              <a:gdLst/>
              <a:ahLst/>
              <a:cxnLst/>
              <a:rect l="l" t="t" r="r" b="b"/>
              <a:pathLst>
                <a:path w="63360" h="23184" extrusionOk="0">
                  <a:moveTo>
                    <a:pt x="63209" y="0"/>
                  </a:moveTo>
                  <a:cubicBezTo>
                    <a:pt x="42833" y="8472"/>
                    <a:pt x="21780" y="17269"/>
                    <a:pt x="1" y="22833"/>
                  </a:cubicBezTo>
                  <a:lnTo>
                    <a:pt x="101" y="23184"/>
                  </a:lnTo>
                  <a:cubicBezTo>
                    <a:pt x="21881" y="17595"/>
                    <a:pt x="42958" y="8823"/>
                    <a:pt x="63360" y="326"/>
                  </a:cubicBezTo>
                  <a:lnTo>
                    <a:pt x="632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56" name="Google Shape;1056;p73"/>
            <p:cNvSpPr/>
            <p:nvPr/>
          </p:nvSpPr>
          <p:spPr>
            <a:xfrm>
              <a:off x="1134388" y="1933081"/>
              <a:ext cx="1131451" cy="414455"/>
            </a:xfrm>
            <a:custGeom>
              <a:avLst/>
              <a:gdLst/>
              <a:ahLst/>
              <a:cxnLst/>
              <a:rect l="l" t="t" r="r" b="b"/>
              <a:pathLst>
                <a:path w="63360" h="23209" extrusionOk="0">
                  <a:moveTo>
                    <a:pt x="63234" y="0"/>
                  </a:moveTo>
                  <a:cubicBezTo>
                    <a:pt x="42833" y="8497"/>
                    <a:pt x="21780" y="17294"/>
                    <a:pt x="1" y="22858"/>
                  </a:cubicBezTo>
                  <a:lnTo>
                    <a:pt x="101" y="23208"/>
                  </a:lnTo>
                  <a:cubicBezTo>
                    <a:pt x="21881" y="17619"/>
                    <a:pt x="42958" y="8822"/>
                    <a:pt x="63360" y="326"/>
                  </a:cubicBezTo>
                  <a:lnTo>
                    <a:pt x="632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57" name="Google Shape;1057;p73"/>
            <p:cNvSpPr/>
            <p:nvPr/>
          </p:nvSpPr>
          <p:spPr>
            <a:xfrm>
              <a:off x="1163940" y="2024825"/>
              <a:ext cx="1130987" cy="414455"/>
            </a:xfrm>
            <a:custGeom>
              <a:avLst/>
              <a:gdLst/>
              <a:ahLst/>
              <a:cxnLst/>
              <a:rect l="l" t="t" r="r" b="b"/>
              <a:pathLst>
                <a:path w="63334" h="23209" extrusionOk="0">
                  <a:moveTo>
                    <a:pt x="63208" y="0"/>
                  </a:moveTo>
                  <a:cubicBezTo>
                    <a:pt x="42832" y="8496"/>
                    <a:pt x="21755" y="17268"/>
                    <a:pt x="0" y="22857"/>
                  </a:cubicBezTo>
                  <a:lnTo>
                    <a:pt x="75" y="23208"/>
                  </a:lnTo>
                  <a:cubicBezTo>
                    <a:pt x="21855" y="17619"/>
                    <a:pt x="42958" y="8822"/>
                    <a:pt x="63334" y="326"/>
                  </a:cubicBezTo>
                  <a:lnTo>
                    <a:pt x="632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58" name="Google Shape;1058;p73"/>
            <p:cNvSpPr/>
            <p:nvPr/>
          </p:nvSpPr>
          <p:spPr>
            <a:xfrm>
              <a:off x="1193027" y="2116552"/>
              <a:ext cx="1130987" cy="414026"/>
            </a:xfrm>
            <a:custGeom>
              <a:avLst/>
              <a:gdLst/>
              <a:ahLst/>
              <a:cxnLst/>
              <a:rect l="l" t="t" r="r" b="b"/>
              <a:pathLst>
                <a:path w="63334" h="23185" extrusionOk="0">
                  <a:moveTo>
                    <a:pt x="63208" y="1"/>
                  </a:moveTo>
                  <a:cubicBezTo>
                    <a:pt x="42832" y="8497"/>
                    <a:pt x="21755" y="17269"/>
                    <a:pt x="0" y="22858"/>
                  </a:cubicBezTo>
                  <a:lnTo>
                    <a:pt x="75" y="23184"/>
                  </a:lnTo>
                  <a:cubicBezTo>
                    <a:pt x="21880" y="17620"/>
                    <a:pt x="42958" y="8823"/>
                    <a:pt x="63334" y="327"/>
                  </a:cubicBezTo>
                  <a:lnTo>
                    <a:pt x="632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59" name="Google Shape;1059;p73"/>
            <p:cNvSpPr/>
            <p:nvPr/>
          </p:nvSpPr>
          <p:spPr>
            <a:xfrm>
              <a:off x="1222115" y="2207850"/>
              <a:ext cx="1131433" cy="414455"/>
            </a:xfrm>
            <a:custGeom>
              <a:avLst/>
              <a:gdLst/>
              <a:ahLst/>
              <a:cxnLst/>
              <a:rect l="l" t="t" r="r" b="b"/>
              <a:pathLst>
                <a:path w="63359" h="23209" extrusionOk="0">
                  <a:moveTo>
                    <a:pt x="63209" y="1"/>
                  </a:moveTo>
                  <a:cubicBezTo>
                    <a:pt x="42832" y="8497"/>
                    <a:pt x="21755" y="17294"/>
                    <a:pt x="0" y="22858"/>
                  </a:cubicBezTo>
                  <a:lnTo>
                    <a:pt x="100" y="23209"/>
                  </a:lnTo>
                  <a:cubicBezTo>
                    <a:pt x="21880" y="17620"/>
                    <a:pt x="42958" y="8848"/>
                    <a:pt x="63359" y="327"/>
                  </a:cubicBezTo>
                  <a:lnTo>
                    <a:pt x="632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60" name="Google Shape;1060;p73"/>
            <p:cNvSpPr/>
            <p:nvPr/>
          </p:nvSpPr>
          <p:spPr>
            <a:xfrm>
              <a:off x="1251203" y="2299594"/>
              <a:ext cx="1131433" cy="414455"/>
            </a:xfrm>
            <a:custGeom>
              <a:avLst/>
              <a:gdLst/>
              <a:ahLst/>
              <a:cxnLst/>
              <a:rect l="l" t="t" r="r" b="b"/>
              <a:pathLst>
                <a:path w="63359" h="23209" extrusionOk="0">
                  <a:moveTo>
                    <a:pt x="63209" y="1"/>
                  </a:moveTo>
                  <a:cubicBezTo>
                    <a:pt x="42833" y="8497"/>
                    <a:pt x="21780" y="17269"/>
                    <a:pt x="0" y="22858"/>
                  </a:cubicBezTo>
                  <a:lnTo>
                    <a:pt x="100" y="23209"/>
                  </a:lnTo>
                  <a:cubicBezTo>
                    <a:pt x="21880" y="17620"/>
                    <a:pt x="42958" y="8823"/>
                    <a:pt x="63359" y="326"/>
                  </a:cubicBezTo>
                  <a:lnTo>
                    <a:pt x="632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61" name="Google Shape;1061;p73"/>
            <p:cNvSpPr/>
            <p:nvPr/>
          </p:nvSpPr>
          <p:spPr>
            <a:xfrm>
              <a:off x="1280290" y="2391339"/>
              <a:ext cx="1131451" cy="414008"/>
            </a:xfrm>
            <a:custGeom>
              <a:avLst/>
              <a:gdLst/>
              <a:ahLst/>
              <a:cxnLst/>
              <a:rect l="l" t="t" r="r" b="b"/>
              <a:pathLst>
                <a:path w="63360" h="23184" extrusionOk="0">
                  <a:moveTo>
                    <a:pt x="63234" y="1"/>
                  </a:moveTo>
                  <a:cubicBezTo>
                    <a:pt x="42858" y="8497"/>
                    <a:pt x="21780" y="17269"/>
                    <a:pt x="0" y="22858"/>
                  </a:cubicBezTo>
                  <a:lnTo>
                    <a:pt x="101" y="23184"/>
                  </a:lnTo>
                  <a:cubicBezTo>
                    <a:pt x="21880" y="17620"/>
                    <a:pt x="42983" y="8823"/>
                    <a:pt x="63359" y="326"/>
                  </a:cubicBezTo>
                  <a:lnTo>
                    <a:pt x="632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62" name="Google Shape;1062;p73"/>
            <p:cNvSpPr/>
            <p:nvPr/>
          </p:nvSpPr>
          <p:spPr>
            <a:xfrm>
              <a:off x="1309824" y="2483083"/>
              <a:ext cx="1131005" cy="414008"/>
            </a:xfrm>
            <a:custGeom>
              <a:avLst/>
              <a:gdLst/>
              <a:ahLst/>
              <a:cxnLst/>
              <a:rect l="l" t="t" r="r" b="b"/>
              <a:pathLst>
                <a:path w="63335" h="23184" extrusionOk="0">
                  <a:moveTo>
                    <a:pt x="63209" y="0"/>
                  </a:moveTo>
                  <a:cubicBezTo>
                    <a:pt x="42833" y="8472"/>
                    <a:pt x="21755" y="17269"/>
                    <a:pt x="0" y="22833"/>
                  </a:cubicBezTo>
                  <a:lnTo>
                    <a:pt x="76" y="23184"/>
                  </a:lnTo>
                  <a:cubicBezTo>
                    <a:pt x="21855" y="17595"/>
                    <a:pt x="42958" y="8823"/>
                    <a:pt x="63334" y="326"/>
                  </a:cubicBezTo>
                  <a:lnTo>
                    <a:pt x="632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63" name="Google Shape;1063;p73"/>
            <p:cNvSpPr/>
            <p:nvPr/>
          </p:nvSpPr>
          <p:spPr>
            <a:xfrm>
              <a:off x="1338912" y="2574381"/>
              <a:ext cx="1131451" cy="414455"/>
            </a:xfrm>
            <a:custGeom>
              <a:avLst/>
              <a:gdLst/>
              <a:ahLst/>
              <a:cxnLst/>
              <a:rect l="l" t="t" r="r" b="b"/>
              <a:pathLst>
                <a:path w="63360" h="23209" extrusionOk="0">
                  <a:moveTo>
                    <a:pt x="63209" y="0"/>
                  </a:moveTo>
                  <a:cubicBezTo>
                    <a:pt x="42833" y="8497"/>
                    <a:pt x="21755" y="17294"/>
                    <a:pt x="1" y="22857"/>
                  </a:cubicBezTo>
                  <a:lnTo>
                    <a:pt x="76" y="23208"/>
                  </a:lnTo>
                  <a:cubicBezTo>
                    <a:pt x="21880" y="17619"/>
                    <a:pt x="42958" y="8822"/>
                    <a:pt x="63359" y="326"/>
                  </a:cubicBezTo>
                  <a:lnTo>
                    <a:pt x="632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64" name="Google Shape;1064;p73"/>
            <p:cNvSpPr/>
            <p:nvPr/>
          </p:nvSpPr>
          <p:spPr>
            <a:xfrm>
              <a:off x="1367999" y="2666126"/>
              <a:ext cx="1131451" cy="414455"/>
            </a:xfrm>
            <a:custGeom>
              <a:avLst/>
              <a:gdLst/>
              <a:ahLst/>
              <a:cxnLst/>
              <a:rect l="l" t="t" r="r" b="b"/>
              <a:pathLst>
                <a:path w="63360" h="23209" extrusionOk="0">
                  <a:moveTo>
                    <a:pt x="63209" y="0"/>
                  </a:moveTo>
                  <a:cubicBezTo>
                    <a:pt x="42833" y="8496"/>
                    <a:pt x="21780" y="17268"/>
                    <a:pt x="1" y="22857"/>
                  </a:cubicBezTo>
                  <a:lnTo>
                    <a:pt x="101" y="23208"/>
                  </a:lnTo>
                  <a:cubicBezTo>
                    <a:pt x="21880" y="17619"/>
                    <a:pt x="42958" y="8822"/>
                    <a:pt x="63359" y="326"/>
                  </a:cubicBezTo>
                  <a:lnTo>
                    <a:pt x="632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65" name="Google Shape;1065;p73"/>
            <p:cNvSpPr/>
            <p:nvPr/>
          </p:nvSpPr>
          <p:spPr>
            <a:xfrm>
              <a:off x="1397087" y="2757852"/>
              <a:ext cx="1131451" cy="414026"/>
            </a:xfrm>
            <a:custGeom>
              <a:avLst/>
              <a:gdLst/>
              <a:ahLst/>
              <a:cxnLst/>
              <a:rect l="l" t="t" r="r" b="b"/>
              <a:pathLst>
                <a:path w="63360" h="23185" extrusionOk="0">
                  <a:moveTo>
                    <a:pt x="63234" y="1"/>
                  </a:moveTo>
                  <a:cubicBezTo>
                    <a:pt x="42833" y="8497"/>
                    <a:pt x="21780" y="17269"/>
                    <a:pt x="1" y="22858"/>
                  </a:cubicBezTo>
                  <a:lnTo>
                    <a:pt x="101" y="23184"/>
                  </a:lnTo>
                  <a:cubicBezTo>
                    <a:pt x="21881" y="17595"/>
                    <a:pt x="42958" y="8823"/>
                    <a:pt x="63359" y="327"/>
                  </a:cubicBezTo>
                  <a:lnTo>
                    <a:pt x="632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66" name="Google Shape;1066;p73"/>
            <p:cNvSpPr/>
            <p:nvPr/>
          </p:nvSpPr>
          <p:spPr>
            <a:xfrm>
              <a:off x="1426621" y="2849150"/>
              <a:ext cx="1131005" cy="414455"/>
            </a:xfrm>
            <a:custGeom>
              <a:avLst/>
              <a:gdLst/>
              <a:ahLst/>
              <a:cxnLst/>
              <a:rect l="l" t="t" r="r" b="b"/>
              <a:pathLst>
                <a:path w="63335" h="23209" extrusionOk="0">
                  <a:moveTo>
                    <a:pt x="63209" y="1"/>
                  </a:moveTo>
                  <a:cubicBezTo>
                    <a:pt x="42833" y="8497"/>
                    <a:pt x="21755" y="17294"/>
                    <a:pt x="1" y="22858"/>
                  </a:cubicBezTo>
                  <a:lnTo>
                    <a:pt x="76" y="23209"/>
                  </a:lnTo>
                  <a:cubicBezTo>
                    <a:pt x="21856" y="17620"/>
                    <a:pt x="42958" y="8848"/>
                    <a:pt x="63335" y="327"/>
                  </a:cubicBezTo>
                  <a:lnTo>
                    <a:pt x="632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67" name="Google Shape;1067;p73"/>
            <p:cNvSpPr/>
            <p:nvPr/>
          </p:nvSpPr>
          <p:spPr>
            <a:xfrm>
              <a:off x="1455709" y="2940895"/>
              <a:ext cx="1131005" cy="414455"/>
            </a:xfrm>
            <a:custGeom>
              <a:avLst/>
              <a:gdLst/>
              <a:ahLst/>
              <a:cxnLst/>
              <a:rect l="l" t="t" r="r" b="b"/>
              <a:pathLst>
                <a:path w="63335" h="23209" extrusionOk="0">
                  <a:moveTo>
                    <a:pt x="63209" y="1"/>
                  </a:moveTo>
                  <a:cubicBezTo>
                    <a:pt x="42833" y="8497"/>
                    <a:pt x="21755" y="17269"/>
                    <a:pt x="1" y="22858"/>
                  </a:cubicBezTo>
                  <a:lnTo>
                    <a:pt x="76" y="23209"/>
                  </a:lnTo>
                  <a:cubicBezTo>
                    <a:pt x="21881" y="17620"/>
                    <a:pt x="42959" y="8823"/>
                    <a:pt x="63335" y="326"/>
                  </a:cubicBezTo>
                  <a:lnTo>
                    <a:pt x="632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68" name="Google Shape;1068;p73"/>
            <p:cNvSpPr/>
            <p:nvPr/>
          </p:nvSpPr>
          <p:spPr>
            <a:xfrm>
              <a:off x="1484814" y="3032639"/>
              <a:ext cx="1131433" cy="414008"/>
            </a:xfrm>
            <a:custGeom>
              <a:avLst/>
              <a:gdLst/>
              <a:ahLst/>
              <a:cxnLst/>
              <a:rect l="l" t="t" r="r" b="b"/>
              <a:pathLst>
                <a:path w="63359" h="23184" extrusionOk="0">
                  <a:moveTo>
                    <a:pt x="63208" y="1"/>
                  </a:moveTo>
                  <a:cubicBezTo>
                    <a:pt x="42832" y="8497"/>
                    <a:pt x="21755" y="17269"/>
                    <a:pt x="0" y="22858"/>
                  </a:cubicBezTo>
                  <a:lnTo>
                    <a:pt x="100" y="23184"/>
                  </a:lnTo>
                  <a:cubicBezTo>
                    <a:pt x="21880" y="17620"/>
                    <a:pt x="42958" y="8823"/>
                    <a:pt x="63359" y="326"/>
                  </a:cubicBezTo>
                  <a:lnTo>
                    <a:pt x="632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69" name="Google Shape;1069;p73"/>
            <p:cNvSpPr/>
            <p:nvPr/>
          </p:nvSpPr>
          <p:spPr>
            <a:xfrm>
              <a:off x="1513902" y="3123937"/>
              <a:ext cx="1131433" cy="414455"/>
            </a:xfrm>
            <a:custGeom>
              <a:avLst/>
              <a:gdLst/>
              <a:ahLst/>
              <a:cxnLst/>
              <a:rect l="l" t="t" r="r" b="b"/>
              <a:pathLst>
                <a:path w="63359" h="23209" extrusionOk="0">
                  <a:moveTo>
                    <a:pt x="63208" y="0"/>
                  </a:moveTo>
                  <a:cubicBezTo>
                    <a:pt x="42832" y="8497"/>
                    <a:pt x="21780" y="17294"/>
                    <a:pt x="0" y="22858"/>
                  </a:cubicBezTo>
                  <a:lnTo>
                    <a:pt x="100" y="23208"/>
                  </a:lnTo>
                  <a:cubicBezTo>
                    <a:pt x="21880" y="17619"/>
                    <a:pt x="42958" y="8848"/>
                    <a:pt x="63359" y="351"/>
                  </a:cubicBezTo>
                  <a:lnTo>
                    <a:pt x="632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70" name="Google Shape;1070;p73"/>
            <p:cNvSpPr/>
            <p:nvPr/>
          </p:nvSpPr>
          <p:spPr>
            <a:xfrm>
              <a:off x="1542989" y="3215682"/>
              <a:ext cx="1131433" cy="414455"/>
            </a:xfrm>
            <a:custGeom>
              <a:avLst/>
              <a:gdLst/>
              <a:ahLst/>
              <a:cxnLst/>
              <a:rect l="l" t="t" r="r" b="b"/>
              <a:pathLst>
                <a:path w="63359" h="23209" extrusionOk="0">
                  <a:moveTo>
                    <a:pt x="63234" y="0"/>
                  </a:moveTo>
                  <a:cubicBezTo>
                    <a:pt x="42858" y="8497"/>
                    <a:pt x="21780" y="17294"/>
                    <a:pt x="0" y="22857"/>
                  </a:cubicBezTo>
                  <a:lnTo>
                    <a:pt x="100" y="23208"/>
                  </a:lnTo>
                  <a:cubicBezTo>
                    <a:pt x="21880" y="17619"/>
                    <a:pt x="42958" y="8822"/>
                    <a:pt x="63359" y="326"/>
                  </a:cubicBezTo>
                  <a:lnTo>
                    <a:pt x="632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71" name="Google Shape;1071;p73"/>
            <p:cNvSpPr/>
            <p:nvPr/>
          </p:nvSpPr>
          <p:spPr>
            <a:xfrm>
              <a:off x="1596236" y="2847847"/>
              <a:ext cx="336132" cy="422026"/>
            </a:xfrm>
            <a:custGeom>
              <a:avLst/>
              <a:gdLst/>
              <a:ahLst/>
              <a:cxnLst/>
              <a:rect l="l" t="t" r="r" b="b"/>
              <a:pathLst>
                <a:path w="18823" h="23633" extrusionOk="0">
                  <a:moveTo>
                    <a:pt x="1" y="1"/>
                  </a:moveTo>
                  <a:cubicBezTo>
                    <a:pt x="1" y="1053"/>
                    <a:pt x="76" y="2180"/>
                    <a:pt x="251" y="3307"/>
                  </a:cubicBezTo>
                  <a:cubicBezTo>
                    <a:pt x="276" y="3432"/>
                    <a:pt x="301" y="3532"/>
                    <a:pt x="301" y="3658"/>
                  </a:cubicBezTo>
                  <a:cubicBezTo>
                    <a:pt x="577" y="5262"/>
                    <a:pt x="1028" y="6891"/>
                    <a:pt x="1630" y="8520"/>
                  </a:cubicBezTo>
                  <a:cubicBezTo>
                    <a:pt x="1654" y="8569"/>
                    <a:pt x="1678" y="8623"/>
                    <a:pt x="1703" y="8678"/>
                  </a:cubicBezTo>
                  <a:lnTo>
                    <a:pt x="1703" y="8678"/>
                  </a:lnTo>
                  <a:cubicBezTo>
                    <a:pt x="555" y="5701"/>
                    <a:pt x="1" y="2719"/>
                    <a:pt x="1" y="1"/>
                  </a:cubicBezTo>
                  <a:close/>
                  <a:moveTo>
                    <a:pt x="1703" y="8678"/>
                  </a:moveTo>
                  <a:cubicBezTo>
                    <a:pt x="2100" y="9707"/>
                    <a:pt x="2568" y="10736"/>
                    <a:pt x="3108" y="11753"/>
                  </a:cubicBezTo>
                  <a:cubicBezTo>
                    <a:pt x="2607" y="10801"/>
                    <a:pt x="2156" y="9823"/>
                    <a:pt x="1780" y="8846"/>
                  </a:cubicBezTo>
                  <a:cubicBezTo>
                    <a:pt x="1754" y="8794"/>
                    <a:pt x="1729" y="8736"/>
                    <a:pt x="1703" y="8678"/>
                  </a:cubicBezTo>
                  <a:close/>
                  <a:moveTo>
                    <a:pt x="3108" y="11753"/>
                  </a:moveTo>
                  <a:lnTo>
                    <a:pt x="3108" y="11753"/>
                  </a:lnTo>
                  <a:cubicBezTo>
                    <a:pt x="3359" y="12229"/>
                    <a:pt x="3610" y="12680"/>
                    <a:pt x="3885" y="13132"/>
                  </a:cubicBezTo>
                  <a:cubicBezTo>
                    <a:pt x="4337" y="13883"/>
                    <a:pt x="4788" y="14560"/>
                    <a:pt x="5264" y="15237"/>
                  </a:cubicBezTo>
                  <a:cubicBezTo>
                    <a:pt x="5690" y="15813"/>
                    <a:pt x="6141" y="16365"/>
                    <a:pt x="6592" y="16891"/>
                  </a:cubicBezTo>
                  <a:cubicBezTo>
                    <a:pt x="6702" y="17019"/>
                    <a:pt x="6815" y="17147"/>
                    <a:pt x="6931" y="17274"/>
                  </a:cubicBezTo>
                  <a:lnTo>
                    <a:pt x="6931" y="17274"/>
                  </a:lnTo>
                  <a:cubicBezTo>
                    <a:pt x="5506" y="15682"/>
                    <a:pt x="4206" y="13827"/>
                    <a:pt x="3108" y="11753"/>
                  </a:cubicBezTo>
                  <a:close/>
                  <a:moveTo>
                    <a:pt x="6931" y="17274"/>
                  </a:moveTo>
                  <a:cubicBezTo>
                    <a:pt x="7176" y="17549"/>
                    <a:pt x="7426" y="17816"/>
                    <a:pt x="7679" y="18075"/>
                  </a:cubicBezTo>
                  <a:lnTo>
                    <a:pt x="7679" y="18075"/>
                  </a:lnTo>
                  <a:cubicBezTo>
                    <a:pt x="7629" y="18023"/>
                    <a:pt x="7584" y="17971"/>
                    <a:pt x="7545" y="17918"/>
                  </a:cubicBezTo>
                  <a:cubicBezTo>
                    <a:pt x="7338" y="17712"/>
                    <a:pt x="7131" y="17495"/>
                    <a:pt x="6931" y="17274"/>
                  </a:cubicBezTo>
                  <a:close/>
                  <a:moveTo>
                    <a:pt x="7679" y="18075"/>
                  </a:moveTo>
                  <a:cubicBezTo>
                    <a:pt x="7724" y="18123"/>
                    <a:pt x="7772" y="18171"/>
                    <a:pt x="7820" y="18219"/>
                  </a:cubicBezTo>
                  <a:cubicBezTo>
                    <a:pt x="9324" y="19748"/>
                    <a:pt x="10978" y="21001"/>
                    <a:pt x="12632" y="21903"/>
                  </a:cubicBezTo>
                  <a:cubicBezTo>
                    <a:pt x="12783" y="21979"/>
                    <a:pt x="12933" y="22054"/>
                    <a:pt x="13058" y="22129"/>
                  </a:cubicBezTo>
                  <a:cubicBezTo>
                    <a:pt x="14594" y="22907"/>
                    <a:pt x="16162" y="23399"/>
                    <a:pt x="17673" y="23568"/>
                  </a:cubicBezTo>
                  <a:lnTo>
                    <a:pt x="17673" y="23568"/>
                  </a:lnTo>
                  <a:cubicBezTo>
                    <a:pt x="14331" y="23194"/>
                    <a:pt x="10759" y="21230"/>
                    <a:pt x="7679" y="18075"/>
                  </a:cubicBezTo>
                  <a:close/>
                  <a:moveTo>
                    <a:pt x="17673" y="23568"/>
                  </a:moveTo>
                  <a:lnTo>
                    <a:pt x="17673" y="23568"/>
                  </a:lnTo>
                  <a:cubicBezTo>
                    <a:pt x="18060" y="23611"/>
                    <a:pt x="18443" y="23633"/>
                    <a:pt x="18823" y="23633"/>
                  </a:cubicBezTo>
                  <a:cubicBezTo>
                    <a:pt x="18444" y="23633"/>
                    <a:pt x="18060" y="23611"/>
                    <a:pt x="17673" y="235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72" name="Google Shape;1072;p73"/>
            <p:cNvSpPr/>
            <p:nvPr/>
          </p:nvSpPr>
          <p:spPr>
            <a:xfrm>
              <a:off x="1095015" y="3313676"/>
              <a:ext cx="4036" cy="6286"/>
            </a:xfrm>
            <a:custGeom>
              <a:avLst/>
              <a:gdLst/>
              <a:ahLst/>
              <a:cxnLst/>
              <a:rect l="l" t="t" r="r" b="b"/>
              <a:pathLst>
                <a:path w="226" h="352" extrusionOk="0">
                  <a:moveTo>
                    <a:pt x="0" y="1"/>
                  </a:moveTo>
                  <a:cubicBezTo>
                    <a:pt x="50" y="101"/>
                    <a:pt x="101" y="227"/>
                    <a:pt x="151" y="352"/>
                  </a:cubicBezTo>
                  <a:cubicBezTo>
                    <a:pt x="176" y="327"/>
                    <a:pt x="201" y="327"/>
                    <a:pt x="226" y="327"/>
                  </a:cubicBezTo>
                  <a:cubicBezTo>
                    <a:pt x="176" y="227"/>
                    <a:pt x="126" y="126"/>
                    <a:pt x="76" y="51"/>
                  </a:cubicBezTo>
                  <a:cubicBezTo>
                    <a:pt x="50" y="26"/>
                    <a:pt x="25" y="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73" name="Google Shape;1073;p73"/>
            <p:cNvSpPr/>
            <p:nvPr/>
          </p:nvSpPr>
          <p:spPr>
            <a:xfrm>
              <a:off x="1076213" y="3253269"/>
              <a:ext cx="1804" cy="6286"/>
            </a:xfrm>
            <a:custGeom>
              <a:avLst/>
              <a:gdLst/>
              <a:ahLst/>
              <a:cxnLst/>
              <a:rect l="l" t="t" r="r" b="b"/>
              <a:pathLst>
                <a:path w="101" h="352" extrusionOk="0">
                  <a:moveTo>
                    <a:pt x="1" y="0"/>
                  </a:moveTo>
                  <a:cubicBezTo>
                    <a:pt x="26" y="101"/>
                    <a:pt x="51" y="226"/>
                    <a:pt x="76" y="351"/>
                  </a:cubicBezTo>
                  <a:cubicBezTo>
                    <a:pt x="101" y="251"/>
                    <a:pt x="76" y="151"/>
                    <a:pt x="76" y="51"/>
                  </a:cubicBezTo>
                  <a:cubicBezTo>
                    <a:pt x="76" y="26"/>
                    <a:pt x="76" y="0"/>
                    <a:pt x="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74" name="Google Shape;1074;p73"/>
            <p:cNvSpPr/>
            <p:nvPr/>
          </p:nvSpPr>
          <p:spPr>
            <a:xfrm>
              <a:off x="1162136" y="3298463"/>
              <a:ext cx="181289" cy="45233"/>
            </a:xfrm>
            <a:custGeom>
              <a:avLst/>
              <a:gdLst/>
              <a:ahLst/>
              <a:cxnLst/>
              <a:rect l="l" t="t" r="r" b="b"/>
              <a:pathLst>
                <a:path w="10152" h="2533" extrusionOk="0">
                  <a:moveTo>
                    <a:pt x="9825" y="1"/>
                  </a:moveTo>
                  <a:cubicBezTo>
                    <a:pt x="8948" y="1"/>
                    <a:pt x="7971" y="1"/>
                    <a:pt x="6943" y="26"/>
                  </a:cubicBezTo>
                  <a:cubicBezTo>
                    <a:pt x="4562" y="878"/>
                    <a:pt x="2231" y="1730"/>
                    <a:pt x="1" y="2532"/>
                  </a:cubicBezTo>
                  <a:lnTo>
                    <a:pt x="402" y="2532"/>
                  </a:lnTo>
                  <a:cubicBezTo>
                    <a:pt x="577" y="2532"/>
                    <a:pt x="753" y="2532"/>
                    <a:pt x="953" y="2507"/>
                  </a:cubicBezTo>
                  <a:cubicBezTo>
                    <a:pt x="1154" y="2507"/>
                    <a:pt x="1354" y="2507"/>
                    <a:pt x="1555" y="2482"/>
                  </a:cubicBezTo>
                  <a:cubicBezTo>
                    <a:pt x="3860" y="2357"/>
                    <a:pt x="6868" y="1906"/>
                    <a:pt x="10151" y="1053"/>
                  </a:cubicBezTo>
                  <a:cubicBezTo>
                    <a:pt x="10051" y="703"/>
                    <a:pt x="9926" y="352"/>
                    <a:pt x="98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75" name="Google Shape;1075;p73"/>
            <p:cNvSpPr/>
            <p:nvPr/>
          </p:nvSpPr>
          <p:spPr>
            <a:xfrm>
              <a:off x="1235543" y="3376333"/>
              <a:ext cx="136074" cy="38965"/>
            </a:xfrm>
            <a:custGeom>
              <a:avLst/>
              <a:gdLst/>
              <a:ahLst/>
              <a:cxnLst/>
              <a:rect l="l" t="t" r="r" b="b"/>
              <a:pathLst>
                <a:path w="7620" h="2182" extrusionOk="0">
                  <a:moveTo>
                    <a:pt x="7469" y="1254"/>
                  </a:moveTo>
                  <a:cubicBezTo>
                    <a:pt x="7243" y="1454"/>
                    <a:pt x="7043" y="1655"/>
                    <a:pt x="6842" y="1830"/>
                  </a:cubicBezTo>
                  <a:cubicBezTo>
                    <a:pt x="7093" y="1805"/>
                    <a:pt x="7369" y="1780"/>
                    <a:pt x="7619" y="1755"/>
                  </a:cubicBezTo>
                  <a:cubicBezTo>
                    <a:pt x="7569" y="1580"/>
                    <a:pt x="7519" y="1429"/>
                    <a:pt x="7469" y="1254"/>
                  </a:cubicBezTo>
                  <a:close/>
                  <a:moveTo>
                    <a:pt x="5288" y="1"/>
                  </a:moveTo>
                  <a:lnTo>
                    <a:pt x="5288" y="1"/>
                  </a:lnTo>
                  <a:cubicBezTo>
                    <a:pt x="2707" y="377"/>
                    <a:pt x="727" y="803"/>
                    <a:pt x="451" y="1229"/>
                  </a:cubicBezTo>
                  <a:cubicBezTo>
                    <a:pt x="0" y="1931"/>
                    <a:pt x="802" y="2181"/>
                    <a:pt x="2331" y="2181"/>
                  </a:cubicBezTo>
                  <a:cubicBezTo>
                    <a:pt x="2682" y="2181"/>
                    <a:pt x="3058" y="2156"/>
                    <a:pt x="3484" y="2156"/>
                  </a:cubicBezTo>
                  <a:cubicBezTo>
                    <a:pt x="3484" y="2106"/>
                    <a:pt x="3509" y="2056"/>
                    <a:pt x="3509" y="2031"/>
                  </a:cubicBezTo>
                  <a:lnTo>
                    <a:pt x="3534" y="2006"/>
                  </a:lnTo>
                  <a:cubicBezTo>
                    <a:pt x="3659" y="1680"/>
                    <a:pt x="4286" y="978"/>
                    <a:pt x="52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76" name="Google Shape;1076;p73"/>
            <p:cNvSpPr/>
            <p:nvPr/>
          </p:nvSpPr>
          <p:spPr>
            <a:xfrm>
              <a:off x="1338912" y="2981178"/>
              <a:ext cx="13000" cy="7625"/>
            </a:xfrm>
            <a:custGeom>
              <a:avLst/>
              <a:gdLst/>
              <a:ahLst/>
              <a:cxnLst/>
              <a:rect l="l" t="t" r="r" b="b"/>
              <a:pathLst>
                <a:path w="728" h="427" extrusionOk="0">
                  <a:moveTo>
                    <a:pt x="276" y="0"/>
                  </a:moveTo>
                  <a:cubicBezTo>
                    <a:pt x="176" y="25"/>
                    <a:pt x="101" y="50"/>
                    <a:pt x="1" y="75"/>
                  </a:cubicBezTo>
                  <a:lnTo>
                    <a:pt x="76" y="426"/>
                  </a:lnTo>
                  <a:cubicBezTo>
                    <a:pt x="301" y="376"/>
                    <a:pt x="502" y="326"/>
                    <a:pt x="727" y="251"/>
                  </a:cubicBezTo>
                  <a:cubicBezTo>
                    <a:pt x="577" y="176"/>
                    <a:pt x="427" y="75"/>
                    <a:pt x="2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77" name="Google Shape;1077;p73"/>
            <p:cNvSpPr/>
            <p:nvPr/>
          </p:nvSpPr>
          <p:spPr>
            <a:xfrm>
              <a:off x="1397087" y="3138704"/>
              <a:ext cx="104306" cy="33144"/>
            </a:xfrm>
            <a:custGeom>
              <a:avLst/>
              <a:gdLst/>
              <a:ahLst/>
              <a:cxnLst/>
              <a:rect l="l" t="t" r="r" b="b"/>
              <a:pathLst>
                <a:path w="5841" h="1856" extrusionOk="0">
                  <a:moveTo>
                    <a:pt x="5665" y="0"/>
                  </a:moveTo>
                  <a:cubicBezTo>
                    <a:pt x="3785" y="527"/>
                    <a:pt x="1905" y="1028"/>
                    <a:pt x="1" y="1529"/>
                  </a:cubicBezTo>
                  <a:lnTo>
                    <a:pt x="101" y="1855"/>
                  </a:lnTo>
                  <a:cubicBezTo>
                    <a:pt x="2031" y="1379"/>
                    <a:pt x="3936" y="853"/>
                    <a:pt x="5840" y="301"/>
                  </a:cubicBezTo>
                  <a:cubicBezTo>
                    <a:pt x="5790" y="201"/>
                    <a:pt x="5715" y="101"/>
                    <a:pt x="56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78" name="Google Shape;1078;p73"/>
            <p:cNvSpPr/>
            <p:nvPr/>
          </p:nvSpPr>
          <p:spPr>
            <a:xfrm>
              <a:off x="1426621" y="3244323"/>
              <a:ext cx="49251" cy="19250"/>
            </a:xfrm>
            <a:custGeom>
              <a:avLst/>
              <a:gdLst/>
              <a:ahLst/>
              <a:cxnLst/>
              <a:rect l="l" t="t" r="r" b="b"/>
              <a:pathLst>
                <a:path w="2758" h="1078" extrusionOk="0">
                  <a:moveTo>
                    <a:pt x="2758" y="0"/>
                  </a:moveTo>
                  <a:cubicBezTo>
                    <a:pt x="1830" y="251"/>
                    <a:pt x="903" y="501"/>
                    <a:pt x="1" y="727"/>
                  </a:cubicBezTo>
                  <a:lnTo>
                    <a:pt x="76" y="1078"/>
                  </a:lnTo>
                  <a:cubicBezTo>
                    <a:pt x="778" y="902"/>
                    <a:pt x="1455" y="727"/>
                    <a:pt x="2131" y="552"/>
                  </a:cubicBezTo>
                  <a:cubicBezTo>
                    <a:pt x="2332" y="376"/>
                    <a:pt x="2557" y="176"/>
                    <a:pt x="27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79" name="Google Shape;1079;p73"/>
            <p:cNvSpPr/>
            <p:nvPr/>
          </p:nvSpPr>
          <p:spPr>
            <a:xfrm>
              <a:off x="1455709" y="3319943"/>
              <a:ext cx="107449" cy="35376"/>
            </a:xfrm>
            <a:custGeom>
              <a:avLst/>
              <a:gdLst/>
              <a:ahLst/>
              <a:cxnLst/>
              <a:rect l="l" t="t" r="r" b="b"/>
              <a:pathLst>
                <a:path w="6017" h="1981" extrusionOk="0">
                  <a:moveTo>
                    <a:pt x="5991" y="1"/>
                  </a:moveTo>
                  <a:cubicBezTo>
                    <a:pt x="3986" y="577"/>
                    <a:pt x="2006" y="1104"/>
                    <a:pt x="1" y="1630"/>
                  </a:cubicBezTo>
                  <a:lnTo>
                    <a:pt x="76" y="1981"/>
                  </a:lnTo>
                  <a:cubicBezTo>
                    <a:pt x="2081" y="1454"/>
                    <a:pt x="4061" y="928"/>
                    <a:pt x="6016" y="377"/>
                  </a:cubicBezTo>
                  <a:cubicBezTo>
                    <a:pt x="6016" y="251"/>
                    <a:pt x="5991" y="126"/>
                    <a:pt x="59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80" name="Google Shape;1080;p73"/>
            <p:cNvSpPr/>
            <p:nvPr/>
          </p:nvSpPr>
          <p:spPr>
            <a:xfrm>
              <a:off x="1484814" y="3420187"/>
              <a:ext cx="76984" cy="26429"/>
            </a:xfrm>
            <a:custGeom>
              <a:avLst/>
              <a:gdLst/>
              <a:ahLst/>
              <a:cxnLst/>
              <a:rect l="l" t="t" r="r" b="b"/>
              <a:pathLst>
                <a:path w="4311" h="1480" extrusionOk="0">
                  <a:moveTo>
                    <a:pt x="4311" y="1"/>
                  </a:moveTo>
                  <a:lnTo>
                    <a:pt x="4311" y="1"/>
                  </a:lnTo>
                  <a:cubicBezTo>
                    <a:pt x="2882" y="402"/>
                    <a:pt x="1454" y="778"/>
                    <a:pt x="0" y="1154"/>
                  </a:cubicBezTo>
                  <a:lnTo>
                    <a:pt x="100" y="1480"/>
                  </a:lnTo>
                  <a:cubicBezTo>
                    <a:pt x="1479" y="1129"/>
                    <a:pt x="2857" y="753"/>
                    <a:pt x="4261" y="377"/>
                  </a:cubicBezTo>
                  <a:cubicBezTo>
                    <a:pt x="4286" y="252"/>
                    <a:pt x="4311" y="126"/>
                    <a:pt x="43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81" name="Google Shape;1081;p73"/>
            <p:cNvSpPr/>
            <p:nvPr/>
          </p:nvSpPr>
          <p:spPr>
            <a:xfrm>
              <a:off x="1853114" y="1921439"/>
              <a:ext cx="1905270" cy="2082952"/>
            </a:xfrm>
            <a:custGeom>
              <a:avLst/>
              <a:gdLst/>
              <a:ahLst/>
              <a:cxnLst/>
              <a:rect l="l" t="t" r="r" b="b"/>
              <a:pathLst>
                <a:path w="106693" h="116643" extrusionOk="0">
                  <a:moveTo>
                    <a:pt x="33209" y="1"/>
                  </a:moveTo>
                  <a:cubicBezTo>
                    <a:pt x="32131" y="3234"/>
                    <a:pt x="31003" y="6492"/>
                    <a:pt x="29850" y="9800"/>
                  </a:cubicBezTo>
                  <a:cubicBezTo>
                    <a:pt x="30602" y="10577"/>
                    <a:pt x="31379" y="11329"/>
                    <a:pt x="32181" y="12056"/>
                  </a:cubicBezTo>
                  <a:cubicBezTo>
                    <a:pt x="31254" y="11755"/>
                    <a:pt x="30277" y="11530"/>
                    <a:pt x="29299" y="11404"/>
                  </a:cubicBezTo>
                  <a:cubicBezTo>
                    <a:pt x="29249" y="11605"/>
                    <a:pt x="29174" y="11780"/>
                    <a:pt x="29099" y="11956"/>
                  </a:cubicBezTo>
                  <a:cubicBezTo>
                    <a:pt x="29876" y="12382"/>
                    <a:pt x="30577" y="12908"/>
                    <a:pt x="31229" y="13509"/>
                  </a:cubicBezTo>
                  <a:cubicBezTo>
                    <a:pt x="30377" y="13434"/>
                    <a:pt x="29500" y="13384"/>
                    <a:pt x="28647" y="13309"/>
                  </a:cubicBezTo>
                  <a:cubicBezTo>
                    <a:pt x="19650" y="39224"/>
                    <a:pt x="9525" y="66893"/>
                    <a:pt x="1" y="91705"/>
                  </a:cubicBezTo>
                  <a:cubicBezTo>
                    <a:pt x="23986" y="103761"/>
                    <a:pt x="47344" y="111254"/>
                    <a:pt x="73635" y="116643"/>
                  </a:cubicBezTo>
                  <a:cubicBezTo>
                    <a:pt x="74512" y="114187"/>
                    <a:pt x="75415" y="111731"/>
                    <a:pt x="76292" y="109249"/>
                  </a:cubicBezTo>
                  <a:cubicBezTo>
                    <a:pt x="75540" y="108873"/>
                    <a:pt x="74788" y="108472"/>
                    <a:pt x="74061" y="108096"/>
                  </a:cubicBezTo>
                  <a:cubicBezTo>
                    <a:pt x="74938" y="108071"/>
                    <a:pt x="75841" y="108046"/>
                    <a:pt x="76718" y="107996"/>
                  </a:cubicBezTo>
                  <a:cubicBezTo>
                    <a:pt x="76918" y="107495"/>
                    <a:pt x="77094" y="106969"/>
                    <a:pt x="77294" y="106442"/>
                  </a:cubicBezTo>
                  <a:cubicBezTo>
                    <a:pt x="76693" y="106091"/>
                    <a:pt x="76041" y="105791"/>
                    <a:pt x="75390" y="105565"/>
                  </a:cubicBezTo>
                  <a:cubicBezTo>
                    <a:pt x="76141" y="105365"/>
                    <a:pt x="76918" y="105239"/>
                    <a:pt x="77720" y="105239"/>
                  </a:cubicBezTo>
                  <a:cubicBezTo>
                    <a:pt x="87420" y="77896"/>
                    <a:pt x="96893" y="50352"/>
                    <a:pt x="106693" y="23083"/>
                  </a:cubicBezTo>
                  <a:cubicBezTo>
                    <a:pt x="102858" y="22307"/>
                    <a:pt x="98999" y="21454"/>
                    <a:pt x="95164" y="20577"/>
                  </a:cubicBezTo>
                  <a:cubicBezTo>
                    <a:pt x="94964" y="21103"/>
                    <a:pt x="94738" y="21630"/>
                    <a:pt x="94538" y="22156"/>
                  </a:cubicBezTo>
                  <a:cubicBezTo>
                    <a:pt x="94387" y="21555"/>
                    <a:pt x="94287" y="20953"/>
                    <a:pt x="94237" y="20352"/>
                  </a:cubicBezTo>
                  <a:cubicBezTo>
                    <a:pt x="93911" y="20276"/>
                    <a:pt x="93560" y="20201"/>
                    <a:pt x="93234" y="20126"/>
                  </a:cubicBezTo>
                  <a:cubicBezTo>
                    <a:pt x="92908" y="20702"/>
                    <a:pt x="92583" y="21304"/>
                    <a:pt x="92282" y="21880"/>
                  </a:cubicBezTo>
                  <a:cubicBezTo>
                    <a:pt x="92307" y="21229"/>
                    <a:pt x="92332" y="20577"/>
                    <a:pt x="92407" y="19926"/>
                  </a:cubicBezTo>
                  <a:cubicBezTo>
                    <a:pt x="78071" y="16492"/>
                    <a:pt x="63786" y="12256"/>
                    <a:pt x="50026" y="7043"/>
                  </a:cubicBezTo>
                  <a:cubicBezTo>
                    <a:pt x="49450" y="8121"/>
                    <a:pt x="48823" y="9199"/>
                    <a:pt x="48121" y="10226"/>
                  </a:cubicBezTo>
                  <a:cubicBezTo>
                    <a:pt x="47946" y="8923"/>
                    <a:pt x="47946" y="7595"/>
                    <a:pt x="48146" y="6316"/>
                  </a:cubicBezTo>
                  <a:cubicBezTo>
                    <a:pt x="47921" y="6216"/>
                    <a:pt x="47695" y="6141"/>
                    <a:pt x="47470" y="6041"/>
                  </a:cubicBezTo>
                  <a:cubicBezTo>
                    <a:pt x="46718" y="7219"/>
                    <a:pt x="45991" y="8397"/>
                    <a:pt x="45239" y="9575"/>
                  </a:cubicBezTo>
                  <a:cubicBezTo>
                    <a:pt x="45465" y="8196"/>
                    <a:pt x="45665" y="6818"/>
                    <a:pt x="45891" y="5414"/>
                  </a:cubicBezTo>
                  <a:cubicBezTo>
                    <a:pt x="41605" y="3710"/>
                    <a:pt x="37369" y="1930"/>
                    <a:pt x="332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82" name="Google Shape;1082;p73"/>
            <p:cNvSpPr/>
            <p:nvPr/>
          </p:nvSpPr>
          <p:spPr>
            <a:xfrm>
              <a:off x="2489042" y="2106713"/>
              <a:ext cx="1145326" cy="373275"/>
            </a:xfrm>
            <a:custGeom>
              <a:avLst/>
              <a:gdLst/>
              <a:ahLst/>
              <a:cxnLst/>
              <a:rect l="l" t="t" r="r" b="b"/>
              <a:pathLst>
                <a:path w="64137" h="20903" extrusionOk="0">
                  <a:moveTo>
                    <a:pt x="151" y="1"/>
                  </a:moveTo>
                  <a:lnTo>
                    <a:pt x="1" y="351"/>
                  </a:lnTo>
                  <a:cubicBezTo>
                    <a:pt x="20653" y="9249"/>
                    <a:pt x="42708" y="15164"/>
                    <a:pt x="64036" y="20903"/>
                  </a:cubicBezTo>
                  <a:lnTo>
                    <a:pt x="64137" y="20577"/>
                  </a:lnTo>
                  <a:cubicBezTo>
                    <a:pt x="42808" y="14838"/>
                    <a:pt x="20778" y="8898"/>
                    <a:pt x="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83" name="Google Shape;1083;p73"/>
            <p:cNvSpPr/>
            <p:nvPr/>
          </p:nvSpPr>
          <p:spPr>
            <a:xfrm>
              <a:off x="2455936" y="2197118"/>
              <a:ext cx="1145773" cy="373275"/>
            </a:xfrm>
            <a:custGeom>
              <a:avLst/>
              <a:gdLst/>
              <a:ahLst/>
              <a:cxnLst/>
              <a:rect l="l" t="t" r="r" b="b"/>
              <a:pathLst>
                <a:path w="64162" h="20903" extrusionOk="0">
                  <a:moveTo>
                    <a:pt x="151" y="0"/>
                  </a:moveTo>
                  <a:lnTo>
                    <a:pt x="0" y="326"/>
                  </a:lnTo>
                  <a:cubicBezTo>
                    <a:pt x="20677" y="9223"/>
                    <a:pt x="42732" y="15163"/>
                    <a:pt x="64061" y="20903"/>
                  </a:cubicBezTo>
                  <a:lnTo>
                    <a:pt x="64161" y="20552"/>
                  </a:lnTo>
                  <a:cubicBezTo>
                    <a:pt x="42833" y="14837"/>
                    <a:pt x="20777" y="8898"/>
                    <a:pt x="1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84" name="Google Shape;1084;p73"/>
            <p:cNvSpPr/>
            <p:nvPr/>
          </p:nvSpPr>
          <p:spPr>
            <a:xfrm>
              <a:off x="2423260" y="2287506"/>
              <a:ext cx="1145326" cy="373293"/>
            </a:xfrm>
            <a:custGeom>
              <a:avLst/>
              <a:gdLst/>
              <a:ahLst/>
              <a:cxnLst/>
              <a:rect l="l" t="t" r="r" b="b"/>
              <a:pathLst>
                <a:path w="64137" h="20904" extrusionOk="0">
                  <a:moveTo>
                    <a:pt x="151" y="1"/>
                  </a:moveTo>
                  <a:lnTo>
                    <a:pt x="1" y="327"/>
                  </a:lnTo>
                  <a:cubicBezTo>
                    <a:pt x="20652" y="9224"/>
                    <a:pt x="42708" y="15164"/>
                    <a:pt x="64036" y="20903"/>
                  </a:cubicBezTo>
                  <a:lnTo>
                    <a:pt x="64136" y="20552"/>
                  </a:lnTo>
                  <a:cubicBezTo>
                    <a:pt x="42808" y="14838"/>
                    <a:pt x="20778" y="8898"/>
                    <a:pt x="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85" name="Google Shape;1085;p73"/>
            <p:cNvSpPr/>
            <p:nvPr/>
          </p:nvSpPr>
          <p:spPr>
            <a:xfrm>
              <a:off x="2390155" y="2377911"/>
              <a:ext cx="1145755" cy="373293"/>
            </a:xfrm>
            <a:custGeom>
              <a:avLst/>
              <a:gdLst/>
              <a:ahLst/>
              <a:cxnLst/>
              <a:rect l="l" t="t" r="r" b="b"/>
              <a:pathLst>
                <a:path w="64161" h="20904" extrusionOk="0">
                  <a:moveTo>
                    <a:pt x="150" y="1"/>
                  </a:moveTo>
                  <a:lnTo>
                    <a:pt x="0" y="326"/>
                  </a:lnTo>
                  <a:cubicBezTo>
                    <a:pt x="20677" y="9224"/>
                    <a:pt x="42732" y="15164"/>
                    <a:pt x="64061" y="20903"/>
                  </a:cubicBezTo>
                  <a:lnTo>
                    <a:pt x="64161" y="20552"/>
                  </a:lnTo>
                  <a:cubicBezTo>
                    <a:pt x="42832" y="14813"/>
                    <a:pt x="20777" y="8898"/>
                    <a:pt x="1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86" name="Google Shape;1086;p73"/>
            <p:cNvSpPr/>
            <p:nvPr/>
          </p:nvSpPr>
          <p:spPr>
            <a:xfrm>
              <a:off x="2357478" y="2468316"/>
              <a:ext cx="1145326" cy="373275"/>
            </a:xfrm>
            <a:custGeom>
              <a:avLst/>
              <a:gdLst/>
              <a:ahLst/>
              <a:cxnLst/>
              <a:rect l="l" t="t" r="r" b="b"/>
              <a:pathLst>
                <a:path w="64137" h="20903" extrusionOk="0">
                  <a:moveTo>
                    <a:pt x="151" y="0"/>
                  </a:moveTo>
                  <a:lnTo>
                    <a:pt x="0" y="326"/>
                  </a:lnTo>
                  <a:cubicBezTo>
                    <a:pt x="20652" y="9223"/>
                    <a:pt x="42707" y="15163"/>
                    <a:pt x="64036" y="20903"/>
                  </a:cubicBezTo>
                  <a:lnTo>
                    <a:pt x="64136" y="20552"/>
                  </a:lnTo>
                  <a:cubicBezTo>
                    <a:pt x="42808" y="14812"/>
                    <a:pt x="20778" y="8898"/>
                    <a:pt x="1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88" name="Google Shape;1088;p73"/>
            <p:cNvSpPr/>
            <p:nvPr/>
          </p:nvSpPr>
          <p:spPr>
            <a:xfrm>
              <a:off x="2291696" y="2649109"/>
              <a:ext cx="1145309" cy="373293"/>
            </a:xfrm>
            <a:custGeom>
              <a:avLst/>
              <a:gdLst/>
              <a:ahLst/>
              <a:cxnLst/>
              <a:rect l="l" t="t" r="r" b="b"/>
              <a:pathLst>
                <a:path w="64136" h="20904" extrusionOk="0">
                  <a:moveTo>
                    <a:pt x="126" y="1"/>
                  </a:moveTo>
                  <a:lnTo>
                    <a:pt x="0" y="327"/>
                  </a:lnTo>
                  <a:cubicBezTo>
                    <a:pt x="20652" y="9224"/>
                    <a:pt x="42707" y="15164"/>
                    <a:pt x="64036" y="20903"/>
                  </a:cubicBezTo>
                  <a:lnTo>
                    <a:pt x="64136" y="20552"/>
                  </a:lnTo>
                  <a:cubicBezTo>
                    <a:pt x="42807" y="14813"/>
                    <a:pt x="20777" y="8873"/>
                    <a:pt x="1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89" name="Google Shape;1089;p73"/>
            <p:cNvSpPr/>
            <p:nvPr/>
          </p:nvSpPr>
          <p:spPr>
            <a:xfrm>
              <a:off x="2258573" y="2739514"/>
              <a:ext cx="1145326" cy="372829"/>
            </a:xfrm>
            <a:custGeom>
              <a:avLst/>
              <a:gdLst/>
              <a:ahLst/>
              <a:cxnLst/>
              <a:rect l="l" t="t" r="r" b="b"/>
              <a:pathLst>
                <a:path w="64137" h="20878" extrusionOk="0">
                  <a:moveTo>
                    <a:pt x="151" y="0"/>
                  </a:moveTo>
                  <a:lnTo>
                    <a:pt x="1" y="326"/>
                  </a:lnTo>
                  <a:cubicBezTo>
                    <a:pt x="20652" y="9224"/>
                    <a:pt x="42733" y="15138"/>
                    <a:pt x="64061" y="20878"/>
                  </a:cubicBezTo>
                  <a:lnTo>
                    <a:pt x="64136" y="20552"/>
                  </a:lnTo>
                  <a:cubicBezTo>
                    <a:pt x="42833" y="14813"/>
                    <a:pt x="20778" y="8873"/>
                    <a:pt x="1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90" name="Google Shape;1090;p73"/>
            <p:cNvSpPr/>
            <p:nvPr/>
          </p:nvSpPr>
          <p:spPr>
            <a:xfrm>
              <a:off x="2225914" y="2829473"/>
              <a:ext cx="1145309" cy="373275"/>
            </a:xfrm>
            <a:custGeom>
              <a:avLst/>
              <a:gdLst/>
              <a:ahLst/>
              <a:cxnLst/>
              <a:rect l="l" t="t" r="r" b="b"/>
              <a:pathLst>
                <a:path w="64136" h="20903" extrusionOk="0">
                  <a:moveTo>
                    <a:pt x="125" y="0"/>
                  </a:moveTo>
                  <a:lnTo>
                    <a:pt x="0" y="351"/>
                  </a:lnTo>
                  <a:cubicBezTo>
                    <a:pt x="20652" y="9248"/>
                    <a:pt x="42707" y="15163"/>
                    <a:pt x="64035" y="20902"/>
                  </a:cubicBezTo>
                  <a:lnTo>
                    <a:pt x="64136" y="20577"/>
                  </a:lnTo>
                  <a:cubicBezTo>
                    <a:pt x="42807" y="14837"/>
                    <a:pt x="20777" y="8897"/>
                    <a:pt x="1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91" name="Google Shape;1091;p73"/>
            <p:cNvSpPr/>
            <p:nvPr/>
          </p:nvSpPr>
          <p:spPr>
            <a:xfrm>
              <a:off x="2192791" y="2919860"/>
              <a:ext cx="1145326" cy="373293"/>
            </a:xfrm>
            <a:custGeom>
              <a:avLst/>
              <a:gdLst/>
              <a:ahLst/>
              <a:cxnLst/>
              <a:rect l="l" t="t" r="r" b="b"/>
              <a:pathLst>
                <a:path w="64137" h="20904" extrusionOk="0">
                  <a:moveTo>
                    <a:pt x="151" y="1"/>
                  </a:moveTo>
                  <a:lnTo>
                    <a:pt x="0" y="327"/>
                  </a:lnTo>
                  <a:cubicBezTo>
                    <a:pt x="20652" y="9224"/>
                    <a:pt x="42707" y="15164"/>
                    <a:pt x="64061" y="20903"/>
                  </a:cubicBezTo>
                  <a:lnTo>
                    <a:pt x="64136" y="20552"/>
                  </a:lnTo>
                  <a:cubicBezTo>
                    <a:pt x="42833" y="14838"/>
                    <a:pt x="20777" y="8898"/>
                    <a:pt x="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92" name="Google Shape;1092;p73"/>
            <p:cNvSpPr/>
            <p:nvPr/>
          </p:nvSpPr>
          <p:spPr>
            <a:xfrm>
              <a:off x="2160114" y="3010266"/>
              <a:ext cx="1145326" cy="373275"/>
            </a:xfrm>
            <a:custGeom>
              <a:avLst/>
              <a:gdLst/>
              <a:ahLst/>
              <a:cxnLst/>
              <a:rect l="l" t="t" r="r" b="b"/>
              <a:pathLst>
                <a:path w="64137" h="20903" extrusionOk="0">
                  <a:moveTo>
                    <a:pt x="126" y="0"/>
                  </a:moveTo>
                  <a:lnTo>
                    <a:pt x="1" y="326"/>
                  </a:lnTo>
                  <a:cubicBezTo>
                    <a:pt x="20653" y="9223"/>
                    <a:pt x="42708" y="15163"/>
                    <a:pt x="64036" y="20903"/>
                  </a:cubicBezTo>
                  <a:lnTo>
                    <a:pt x="64136" y="20552"/>
                  </a:lnTo>
                  <a:cubicBezTo>
                    <a:pt x="42808" y="14813"/>
                    <a:pt x="20753" y="8898"/>
                    <a:pt x="1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93" name="Google Shape;1093;p73"/>
            <p:cNvSpPr/>
            <p:nvPr/>
          </p:nvSpPr>
          <p:spPr>
            <a:xfrm>
              <a:off x="2127009" y="3100671"/>
              <a:ext cx="1145309" cy="373275"/>
            </a:xfrm>
            <a:custGeom>
              <a:avLst/>
              <a:gdLst/>
              <a:ahLst/>
              <a:cxnLst/>
              <a:rect l="l" t="t" r="r" b="b"/>
              <a:pathLst>
                <a:path w="64136" h="20903" extrusionOk="0">
                  <a:moveTo>
                    <a:pt x="151" y="0"/>
                  </a:moveTo>
                  <a:lnTo>
                    <a:pt x="0" y="326"/>
                  </a:lnTo>
                  <a:cubicBezTo>
                    <a:pt x="20652" y="9223"/>
                    <a:pt x="42707" y="15163"/>
                    <a:pt x="64061" y="20902"/>
                  </a:cubicBezTo>
                  <a:lnTo>
                    <a:pt x="64136" y="20552"/>
                  </a:lnTo>
                  <a:cubicBezTo>
                    <a:pt x="42832" y="14812"/>
                    <a:pt x="20777" y="8897"/>
                    <a:pt x="1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94" name="Google Shape;1094;p73"/>
            <p:cNvSpPr/>
            <p:nvPr/>
          </p:nvSpPr>
          <p:spPr>
            <a:xfrm>
              <a:off x="2094332" y="3191058"/>
              <a:ext cx="1145326" cy="373293"/>
            </a:xfrm>
            <a:custGeom>
              <a:avLst/>
              <a:gdLst/>
              <a:ahLst/>
              <a:cxnLst/>
              <a:rect l="l" t="t" r="r" b="b"/>
              <a:pathLst>
                <a:path w="64137" h="20904" extrusionOk="0">
                  <a:moveTo>
                    <a:pt x="126" y="1"/>
                  </a:moveTo>
                  <a:lnTo>
                    <a:pt x="1" y="327"/>
                  </a:lnTo>
                  <a:cubicBezTo>
                    <a:pt x="20652" y="9224"/>
                    <a:pt x="42708" y="15164"/>
                    <a:pt x="64036" y="20903"/>
                  </a:cubicBezTo>
                  <a:lnTo>
                    <a:pt x="64136" y="20552"/>
                  </a:lnTo>
                  <a:cubicBezTo>
                    <a:pt x="42808" y="14813"/>
                    <a:pt x="20778" y="8898"/>
                    <a:pt x="1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95" name="Google Shape;1095;p73"/>
            <p:cNvSpPr/>
            <p:nvPr/>
          </p:nvSpPr>
          <p:spPr>
            <a:xfrm>
              <a:off x="2061209" y="3281464"/>
              <a:ext cx="1145326" cy="373275"/>
            </a:xfrm>
            <a:custGeom>
              <a:avLst/>
              <a:gdLst/>
              <a:ahLst/>
              <a:cxnLst/>
              <a:rect l="l" t="t" r="r" b="b"/>
              <a:pathLst>
                <a:path w="64137" h="20903" extrusionOk="0">
                  <a:moveTo>
                    <a:pt x="151" y="0"/>
                  </a:moveTo>
                  <a:lnTo>
                    <a:pt x="1" y="326"/>
                  </a:lnTo>
                  <a:cubicBezTo>
                    <a:pt x="20653" y="9224"/>
                    <a:pt x="42708" y="15163"/>
                    <a:pt x="64061" y="20903"/>
                  </a:cubicBezTo>
                  <a:lnTo>
                    <a:pt x="64137" y="20552"/>
                  </a:lnTo>
                  <a:cubicBezTo>
                    <a:pt x="42833" y="14813"/>
                    <a:pt x="20778" y="8898"/>
                    <a:pt x="1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96" name="Google Shape;1096;p73"/>
            <p:cNvSpPr/>
            <p:nvPr/>
          </p:nvSpPr>
          <p:spPr>
            <a:xfrm>
              <a:off x="2028550" y="3371869"/>
              <a:ext cx="1145309" cy="373275"/>
            </a:xfrm>
            <a:custGeom>
              <a:avLst/>
              <a:gdLst/>
              <a:ahLst/>
              <a:cxnLst/>
              <a:rect l="l" t="t" r="r" b="b"/>
              <a:pathLst>
                <a:path w="64136" h="20903" extrusionOk="0">
                  <a:moveTo>
                    <a:pt x="126" y="0"/>
                  </a:moveTo>
                  <a:lnTo>
                    <a:pt x="0" y="326"/>
                  </a:lnTo>
                  <a:cubicBezTo>
                    <a:pt x="20652" y="9223"/>
                    <a:pt x="42707" y="15163"/>
                    <a:pt x="64036" y="20902"/>
                  </a:cubicBezTo>
                  <a:lnTo>
                    <a:pt x="64136" y="20552"/>
                  </a:lnTo>
                  <a:cubicBezTo>
                    <a:pt x="42808" y="14812"/>
                    <a:pt x="20752" y="8872"/>
                    <a:pt x="1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97" name="Google Shape;1097;p73"/>
            <p:cNvSpPr/>
            <p:nvPr/>
          </p:nvSpPr>
          <p:spPr>
            <a:xfrm>
              <a:off x="1995427" y="3462256"/>
              <a:ext cx="1145326" cy="372847"/>
            </a:xfrm>
            <a:custGeom>
              <a:avLst/>
              <a:gdLst/>
              <a:ahLst/>
              <a:cxnLst/>
              <a:rect l="l" t="t" r="r" b="b"/>
              <a:pathLst>
                <a:path w="64137" h="20879" extrusionOk="0">
                  <a:moveTo>
                    <a:pt x="151" y="1"/>
                  </a:moveTo>
                  <a:lnTo>
                    <a:pt x="1" y="327"/>
                  </a:lnTo>
                  <a:cubicBezTo>
                    <a:pt x="20652" y="9224"/>
                    <a:pt x="42708" y="15139"/>
                    <a:pt x="64061" y="20878"/>
                  </a:cubicBezTo>
                  <a:lnTo>
                    <a:pt x="64136" y="20552"/>
                  </a:lnTo>
                  <a:cubicBezTo>
                    <a:pt x="42833" y="14813"/>
                    <a:pt x="20778" y="8873"/>
                    <a:pt x="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98" name="Google Shape;1098;p73"/>
            <p:cNvSpPr/>
            <p:nvPr/>
          </p:nvSpPr>
          <p:spPr>
            <a:xfrm>
              <a:off x="2395511" y="2991838"/>
              <a:ext cx="165164" cy="183147"/>
            </a:xfrm>
            <a:custGeom>
              <a:avLst/>
              <a:gdLst/>
              <a:ahLst/>
              <a:cxnLst/>
              <a:rect l="l" t="t" r="r" b="b"/>
              <a:pathLst>
                <a:path w="9249" h="10256" extrusionOk="0">
                  <a:moveTo>
                    <a:pt x="7679" y="1"/>
                  </a:moveTo>
                  <a:cubicBezTo>
                    <a:pt x="5680" y="1"/>
                    <a:pt x="3683" y="1068"/>
                    <a:pt x="2607" y="2762"/>
                  </a:cubicBezTo>
                  <a:cubicBezTo>
                    <a:pt x="1279" y="4817"/>
                    <a:pt x="1354" y="7624"/>
                    <a:pt x="1" y="9629"/>
                  </a:cubicBezTo>
                  <a:lnTo>
                    <a:pt x="602" y="10255"/>
                  </a:lnTo>
                  <a:lnTo>
                    <a:pt x="9249" y="1609"/>
                  </a:lnTo>
                  <a:lnTo>
                    <a:pt x="8246" y="30"/>
                  </a:lnTo>
                  <a:cubicBezTo>
                    <a:pt x="8058" y="10"/>
                    <a:pt x="7868" y="1"/>
                    <a:pt x="76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99" name="Google Shape;1099;p73"/>
            <p:cNvSpPr/>
            <p:nvPr/>
          </p:nvSpPr>
          <p:spPr>
            <a:xfrm>
              <a:off x="2518594" y="3034425"/>
              <a:ext cx="63555" cy="96698"/>
            </a:xfrm>
            <a:custGeom>
              <a:avLst/>
              <a:gdLst/>
              <a:ahLst/>
              <a:cxnLst/>
              <a:rect l="l" t="t" r="r" b="b"/>
              <a:pathLst>
                <a:path w="3559" h="5415" extrusionOk="0">
                  <a:moveTo>
                    <a:pt x="3559" y="1"/>
                  </a:moveTo>
                  <a:lnTo>
                    <a:pt x="3559" y="1"/>
                  </a:lnTo>
                  <a:cubicBezTo>
                    <a:pt x="2782" y="1605"/>
                    <a:pt x="1554" y="3159"/>
                    <a:pt x="0" y="4287"/>
                  </a:cubicBezTo>
                  <a:cubicBezTo>
                    <a:pt x="301" y="4662"/>
                    <a:pt x="577" y="5038"/>
                    <a:pt x="852" y="5414"/>
                  </a:cubicBezTo>
                  <a:cubicBezTo>
                    <a:pt x="2281" y="4462"/>
                    <a:pt x="3258" y="2858"/>
                    <a:pt x="3509" y="1129"/>
                  </a:cubicBezTo>
                  <a:cubicBezTo>
                    <a:pt x="3559" y="753"/>
                    <a:pt x="3559" y="377"/>
                    <a:pt x="35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00" name="Google Shape;1100;p73"/>
            <p:cNvSpPr/>
            <p:nvPr/>
          </p:nvSpPr>
          <p:spPr>
            <a:xfrm>
              <a:off x="2515451" y="3030854"/>
              <a:ext cx="66698" cy="80127"/>
            </a:xfrm>
            <a:custGeom>
              <a:avLst/>
              <a:gdLst/>
              <a:ahLst/>
              <a:cxnLst/>
              <a:rect l="l" t="t" r="r" b="b"/>
              <a:pathLst>
                <a:path w="3735" h="4487" extrusionOk="0">
                  <a:moveTo>
                    <a:pt x="3710" y="0"/>
                  </a:moveTo>
                  <a:cubicBezTo>
                    <a:pt x="2858" y="1629"/>
                    <a:pt x="1555" y="3208"/>
                    <a:pt x="1" y="4411"/>
                  </a:cubicBezTo>
                  <a:cubicBezTo>
                    <a:pt x="76" y="4436"/>
                    <a:pt x="126" y="4461"/>
                    <a:pt x="176" y="4487"/>
                  </a:cubicBezTo>
                  <a:cubicBezTo>
                    <a:pt x="1730" y="3359"/>
                    <a:pt x="2958" y="1805"/>
                    <a:pt x="3735" y="201"/>
                  </a:cubicBezTo>
                  <a:cubicBezTo>
                    <a:pt x="3710" y="126"/>
                    <a:pt x="3710" y="75"/>
                    <a:pt x="37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01" name="Google Shape;1101;p73"/>
            <p:cNvSpPr/>
            <p:nvPr/>
          </p:nvSpPr>
          <p:spPr>
            <a:xfrm>
              <a:off x="2510076" y="3030407"/>
              <a:ext cx="71626" cy="79234"/>
            </a:xfrm>
            <a:custGeom>
              <a:avLst/>
              <a:gdLst/>
              <a:ahLst/>
              <a:cxnLst/>
              <a:rect l="l" t="t" r="r" b="b"/>
              <a:pathLst>
                <a:path w="4011" h="4437" extrusionOk="0">
                  <a:moveTo>
                    <a:pt x="3936" y="0"/>
                  </a:moveTo>
                  <a:cubicBezTo>
                    <a:pt x="2958" y="1554"/>
                    <a:pt x="1605" y="3083"/>
                    <a:pt x="1" y="4286"/>
                  </a:cubicBezTo>
                  <a:cubicBezTo>
                    <a:pt x="126" y="4336"/>
                    <a:pt x="226" y="4386"/>
                    <a:pt x="302" y="4436"/>
                  </a:cubicBezTo>
                  <a:cubicBezTo>
                    <a:pt x="1856" y="3233"/>
                    <a:pt x="3159" y="1654"/>
                    <a:pt x="4011" y="25"/>
                  </a:cubicBezTo>
                  <a:cubicBezTo>
                    <a:pt x="4011" y="25"/>
                    <a:pt x="3986" y="25"/>
                    <a:pt x="39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02" name="Google Shape;1102;p73"/>
            <p:cNvSpPr/>
            <p:nvPr/>
          </p:nvSpPr>
          <p:spPr>
            <a:xfrm>
              <a:off x="2483238" y="3012944"/>
              <a:ext cx="97127" cy="94002"/>
            </a:xfrm>
            <a:custGeom>
              <a:avLst/>
              <a:gdLst/>
              <a:ahLst/>
              <a:cxnLst/>
              <a:rect l="l" t="t" r="r" b="b"/>
              <a:pathLst>
                <a:path w="5439" h="5264" extrusionOk="0">
                  <a:moveTo>
                    <a:pt x="3910" y="1"/>
                  </a:moveTo>
                  <a:lnTo>
                    <a:pt x="0" y="3936"/>
                  </a:lnTo>
                  <a:cubicBezTo>
                    <a:pt x="251" y="4236"/>
                    <a:pt x="1003" y="4813"/>
                    <a:pt x="1504" y="5264"/>
                  </a:cubicBezTo>
                  <a:cubicBezTo>
                    <a:pt x="3108" y="4061"/>
                    <a:pt x="4461" y="2532"/>
                    <a:pt x="5439" y="978"/>
                  </a:cubicBezTo>
                  <a:cubicBezTo>
                    <a:pt x="5138" y="778"/>
                    <a:pt x="3910" y="1"/>
                    <a:pt x="39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03" name="Google Shape;1103;p73"/>
            <p:cNvSpPr/>
            <p:nvPr/>
          </p:nvSpPr>
          <p:spPr>
            <a:xfrm>
              <a:off x="2517683" y="3110956"/>
              <a:ext cx="16143" cy="21054"/>
            </a:xfrm>
            <a:custGeom>
              <a:avLst/>
              <a:gdLst/>
              <a:ahLst/>
              <a:cxnLst/>
              <a:rect l="l" t="t" r="r" b="b"/>
              <a:pathLst>
                <a:path w="904" h="1179" extrusionOk="0">
                  <a:moveTo>
                    <a:pt x="51" y="1"/>
                  </a:moveTo>
                  <a:cubicBezTo>
                    <a:pt x="26" y="26"/>
                    <a:pt x="26" y="51"/>
                    <a:pt x="1" y="51"/>
                  </a:cubicBezTo>
                  <a:cubicBezTo>
                    <a:pt x="302" y="427"/>
                    <a:pt x="577" y="803"/>
                    <a:pt x="828" y="1178"/>
                  </a:cubicBezTo>
                  <a:cubicBezTo>
                    <a:pt x="853" y="1153"/>
                    <a:pt x="878" y="1153"/>
                    <a:pt x="903" y="1128"/>
                  </a:cubicBezTo>
                  <a:cubicBezTo>
                    <a:pt x="628" y="752"/>
                    <a:pt x="352" y="376"/>
                    <a:pt x="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04" name="Google Shape;1104;p73"/>
            <p:cNvSpPr/>
            <p:nvPr/>
          </p:nvSpPr>
          <p:spPr>
            <a:xfrm>
              <a:off x="2509183" y="3106921"/>
              <a:ext cx="9429" cy="4947"/>
            </a:xfrm>
            <a:custGeom>
              <a:avLst/>
              <a:gdLst/>
              <a:ahLst/>
              <a:cxnLst/>
              <a:rect l="l" t="t" r="r" b="b"/>
              <a:pathLst>
                <a:path w="528" h="277" extrusionOk="0">
                  <a:moveTo>
                    <a:pt x="51" y="1"/>
                  </a:moveTo>
                  <a:cubicBezTo>
                    <a:pt x="51" y="1"/>
                    <a:pt x="26" y="26"/>
                    <a:pt x="1" y="51"/>
                  </a:cubicBezTo>
                  <a:cubicBezTo>
                    <a:pt x="201" y="151"/>
                    <a:pt x="377" y="227"/>
                    <a:pt x="477" y="277"/>
                  </a:cubicBezTo>
                  <a:cubicBezTo>
                    <a:pt x="502" y="277"/>
                    <a:pt x="502" y="252"/>
                    <a:pt x="527" y="227"/>
                  </a:cubicBezTo>
                  <a:cubicBezTo>
                    <a:pt x="427" y="176"/>
                    <a:pt x="251" y="101"/>
                    <a:pt x="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05" name="Google Shape;1105;p73"/>
            <p:cNvSpPr/>
            <p:nvPr/>
          </p:nvSpPr>
          <p:spPr>
            <a:xfrm>
              <a:off x="2504719" y="3102903"/>
              <a:ext cx="5375" cy="4947"/>
            </a:xfrm>
            <a:custGeom>
              <a:avLst/>
              <a:gdLst/>
              <a:ahLst/>
              <a:cxnLst/>
              <a:rect l="l" t="t" r="r" b="b"/>
              <a:pathLst>
                <a:path w="301" h="277" extrusionOk="0">
                  <a:moveTo>
                    <a:pt x="50" y="0"/>
                  </a:moveTo>
                  <a:cubicBezTo>
                    <a:pt x="25" y="0"/>
                    <a:pt x="0" y="25"/>
                    <a:pt x="0" y="51"/>
                  </a:cubicBezTo>
                  <a:cubicBezTo>
                    <a:pt x="75" y="126"/>
                    <a:pt x="176" y="201"/>
                    <a:pt x="251" y="276"/>
                  </a:cubicBezTo>
                  <a:cubicBezTo>
                    <a:pt x="276" y="251"/>
                    <a:pt x="301" y="226"/>
                    <a:pt x="301" y="226"/>
                  </a:cubicBezTo>
                  <a:cubicBezTo>
                    <a:pt x="226" y="151"/>
                    <a:pt x="125" y="76"/>
                    <a:pt x="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06" name="Google Shape;1106;p73"/>
            <p:cNvSpPr/>
            <p:nvPr/>
          </p:nvSpPr>
          <p:spPr>
            <a:xfrm>
              <a:off x="2482328" y="3083208"/>
              <a:ext cx="23304" cy="20608"/>
            </a:xfrm>
            <a:custGeom>
              <a:avLst/>
              <a:gdLst/>
              <a:ahLst/>
              <a:cxnLst/>
              <a:rect l="l" t="t" r="r" b="b"/>
              <a:pathLst>
                <a:path w="1305" h="1154" extrusionOk="0">
                  <a:moveTo>
                    <a:pt x="51" y="1"/>
                  </a:moveTo>
                  <a:cubicBezTo>
                    <a:pt x="26" y="26"/>
                    <a:pt x="1" y="26"/>
                    <a:pt x="1" y="51"/>
                  </a:cubicBezTo>
                  <a:cubicBezTo>
                    <a:pt x="227" y="301"/>
                    <a:pt x="778" y="753"/>
                    <a:pt x="1254" y="1154"/>
                  </a:cubicBezTo>
                  <a:cubicBezTo>
                    <a:pt x="1254" y="1128"/>
                    <a:pt x="1279" y="1103"/>
                    <a:pt x="1304" y="1103"/>
                  </a:cubicBezTo>
                  <a:cubicBezTo>
                    <a:pt x="828" y="702"/>
                    <a:pt x="277" y="251"/>
                    <a:pt x="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07" name="Google Shape;1107;p73"/>
            <p:cNvSpPr/>
            <p:nvPr/>
          </p:nvSpPr>
          <p:spPr>
            <a:xfrm>
              <a:off x="2416546" y="3111849"/>
              <a:ext cx="115949" cy="62233"/>
            </a:xfrm>
            <a:custGeom>
              <a:avLst/>
              <a:gdLst/>
              <a:ahLst/>
              <a:cxnLst/>
              <a:rect l="l" t="t" r="r" b="b"/>
              <a:pathLst>
                <a:path w="6493" h="3485" extrusionOk="0">
                  <a:moveTo>
                    <a:pt x="5665" y="1"/>
                  </a:moveTo>
                  <a:cubicBezTo>
                    <a:pt x="3911" y="1429"/>
                    <a:pt x="1830" y="2231"/>
                    <a:pt x="1" y="3484"/>
                  </a:cubicBezTo>
                  <a:cubicBezTo>
                    <a:pt x="201" y="3384"/>
                    <a:pt x="427" y="3259"/>
                    <a:pt x="627" y="3184"/>
                  </a:cubicBezTo>
                  <a:cubicBezTo>
                    <a:pt x="2507" y="2357"/>
                    <a:pt x="4788" y="2231"/>
                    <a:pt x="6492" y="1128"/>
                  </a:cubicBezTo>
                  <a:cubicBezTo>
                    <a:pt x="6241" y="753"/>
                    <a:pt x="5966" y="377"/>
                    <a:pt x="56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08" name="Google Shape;1108;p73"/>
            <p:cNvSpPr/>
            <p:nvPr/>
          </p:nvSpPr>
          <p:spPr>
            <a:xfrm>
              <a:off x="2412082" y="3107831"/>
              <a:ext cx="105627" cy="68930"/>
            </a:xfrm>
            <a:custGeom>
              <a:avLst/>
              <a:gdLst/>
              <a:ahLst/>
              <a:cxnLst/>
              <a:rect l="l" t="t" r="r" b="b"/>
              <a:pathLst>
                <a:path w="5915" h="3860" extrusionOk="0">
                  <a:moveTo>
                    <a:pt x="5439" y="0"/>
                  </a:moveTo>
                  <a:cubicBezTo>
                    <a:pt x="3760" y="1504"/>
                    <a:pt x="1780" y="2506"/>
                    <a:pt x="0" y="3860"/>
                  </a:cubicBezTo>
                  <a:cubicBezTo>
                    <a:pt x="75" y="3810"/>
                    <a:pt x="151" y="3759"/>
                    <a:pt x="251" y="3709"/>
                  </a:cubicBezTo>
                  <a:cubicBezTo>
                    <a:pt x="2080" y="2456"/>
                    <a:pt x="4161" y="1654"/>
                    <a:pt x="5915" y="226"/>
                  </a:cubicBezTo>
                  <a:cubicBezTo>
                    <a:pt x="5815" y="176"/>
                    <a:pt x="5639" y="100"/>
                    <a:pt x="54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09" name="Google Shape;1109;p73"/>
            <p:cNvSpPr/>
            <p:nvPr/>
          </p:nvSpPr>
          <p:spPr>
            <a:xfrm>
              <a:off x="2409832" y="3103796"/>
              <a:ext cx="99377" cy="74305"/>
            </a:xfrm>
            <a:custGeom>
              <a:avLst/>
              <a:gdLst/>
              <a:ahLst/>
              <a:cxnLst/>
              <a:rect l="l" t="t" r="r" b="b"/>
              <a:pathLst>
                <a:path w="5565" h="4161" extrusionOk="0">
                  <a:moveTo>
                    <a:pt x="5314" y="1"/>
                  </a:moveTo>
                  <a:cubicBezTo>
                    <a:pt x="3635" y="1579"/>
                    <a:pt x="1730" y="2732"/>
                    <a:pt x="1" y="4161"/>
                  </a:cubicBezTo>
                  <a:cubicBezTo>
                    <a:pt x="51" y="4136"/>
                    <a:pt x="101" y="4111"/>
                    <a:pt x="126" y="4086"/>
                  </a:cubicBezTo>
                  <a:cubicBezTo>
                    <a:pt x="1906" y="2732"/>
                    <a:pt x="3886" y="1730"/>
                    <a:pt x="5565" y="226"/>
                  </a:cubicBezTo>
                  <a:cubicBezTo>
                    <a:pt x="5490" y="151"/>
                    <a:pt x="5389" y="76"/>
                    <a:pt x="53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10" name="Google Shape;1110;p73"/>
            <p:cNvSpPr/>
            <p:nvPr/>
          </p:nvSpPr>
          <p:spPr>
            <a:xfrm>
              <a:off x="2398654" y="3084101"/>
              <a:ext cx="106091" cy="94002"/>
            </a:xfrm>
            <a:custGeom>
              <a:avLst/>
              <a:gdLst/>
              <a:ahLst/>
              <a:cxnLst/>
              <a:rect l="l" t="t" r="r" b="b"/>
              <a:pathLst>
                <a:path w="5941" h="5264" extrusionOk="0">
                  <a:moveTo>
                    <a:pt x="4687" y="1"/>
                  </a:moveTo>
                  <a:cubicBezTo>
                    <a:pt x="3108" y="1555"/>
                    <a:pt x="1554" y="3109"/>
                    <a:pt x="0" y="4662"/>
                  </a:cubicBezTo>
                  <a:cubicBezTo>
                    <a:pt x="201" y="4863"/>
                    <a:pt x="426" y="5063"/>
                    <a:pt x="627" y="5264"/>
                  </a:cubicBezTo>
                  <a:cubicBezTo>
                    <a:pt x="2356" y="3835"/>
                    <a:pt x="4261" y="2682"/>
                    <a:pt x="5940" y="1104"/>
                  </a:cubicBezTo>
                  <a:cubicBezTo>
                    <a:pt x="5464" y="703"/>
                    <a:pt x="4913" y="251"/>
                    <a:pt x="46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11" name="Google Shape;1111;p73"/>
            <p:cNvSpPr/>
            <p:nvPr/>
          </p:nvSpPr>
          <p:spPr>
            <a:xfrm>
              <a:off x="2398654" y="3054567"/>
              <a:ext cx="120413" cy="120860"/>
            </a:xfrm>
            <a:custGeom>
              <a:avLst/>
              <a:gdLst/>
              <a:ahLst/>
              <a:cxnLst/>
              <a:rect l="l" t="t" r="r" b="b"/>
              <a:pathLst>
                <a:path w="6743" h="6768" extrusionOk="0">
                  <a:moveTo>
                    <a:pt x="6291" y="1"/>
                  </a:moveTo>
                  <a:lnTo>
                    <a:pt x="0" y="6291"/>
                  </a:lnTo>
                  <a:lnTo>
                    <a:pt x="451" y="6768"/>
                  </a:lnTo>
                  <a:lnTo>
                    <a:pt x="6742" y="477"/>
                  </a:lnTo>
                  <a:lnTo>
                    <a:pt x="62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12" name="Google Shape;1112;p73"/>
            <p:cNvSpPr/>
            <p:nvPr/>
          </p:nvSpPr>
          <p:spPr>
            <a:xfrm>
              <a:off x="2488149" y="3038014"/>
              <a:ext cx="51501" cy="47001"/>
            </a:xfrm>
            <a:custGeom>
              <a:avLst/>
              <a:gdLst/>
              <a:ahLst/>
              <a:cxnLst/>
              <a:rect l="l" t="t" r="r" b="b"/>
              <a:pathLst>
                <a:path w="2884" h="2632" extrusionOk="0">
                  <a:moveTo>
                    <a:pt x="1442" y="0"/>
                  </a:moveTo>
                  <a:cubicBezTo>
                    <a:pt x="1104" y="0"/>
                    <a:pt x="765" y="126"/>
                    <a:pt x="502" y="376"/>
                  </a:cubicBezTo>
                  <a:cubicBezTo>
                    <a:pt x="1" y="903"/>
                    <a:pt x="1" y="1730"/>
                    <a:pt x="502" y="2256"/>
                  </a:cubicBezTo>
                  <a:cubicBezTo>
                    <a:pt x="765" y="2507"/>
                    <a:pt x="1104" y="2632"/>
                    <a:pt x="1442" y="2632"/>
                  </a:cubicBezTo>
                  <a:cubicBezTo>
                    <a:pt x="1780" y="2632"/>
                    <a:pt x="2119" y="2507"/>
                    <a:pt x="2382" y="2256"/>
                  </a:cubicBezTo>
                  <a:cubicBezTo>
                    <a:pt x="2883" y="1730"/>
                    <a:pt x="2883" y="903"/>
                    <a:pt x="2382" y="376"/>
                  </a:cubicBezTo>
                  <a:cubicBezTo>
                    <a:pt x="2119" y="126"/>
                    <a:pt x="1780" y="0"/>
                    <a:pt x="14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13" name="Google Shape;1113;p73"/>
            <p:cNvSpPr/>
            <p:nvPr/>
          </p:nvSpPr>
          <p:spPr>
            <a:xfrm>
              <a:off x="2520379" y="2914950"/>
              <a:ext cx="143681" cy="150842"/>
            </a:xfrm>
            <a:custGeom>
              <a:avLst/>
              <a:gdLst/>
              <a:ahLst/>
              <a:cxnLst/>
              <a:rect l="l" t="t" r="r" b="b"/>
              <a:pathLst>
                <a:path w="8046" h="8447" extrusionOk="0">
                  <a:moveTo>
                    <a:pt x="3609" y="0"/>
                  </a:moveTo>
                  <a:lnTo>
                    <a:pt x="0" y="3634"/>
                  </a:lnTo>
                  <a:lnTo>
                    <a:pt x="4436" y="8446"/>
                  </a:lnTo>
                  <a:lnTo>
                    <a:pt x="8045" y="4837"/>
                  </a:lnTo>
                  <a:lnTo>
                    <a:pt x="360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14" name="Google Shape;1114;p73"/>
            <p:cNvSpPr/>
            <p:nvPr/>
          </p:nvSpPr>
          <p:spPr>
            <a:xfrm>
              <a:off x="2556627" y="1897279"/>
              <a:ext cx="1173970" cy="1121432"/>
            </a:xfrm>
            <a:custGeom>
              <a:avLst/>
              <a:gdLst/>
              <a:ahLst/>
              <a:cxnLst/>
              <a:rect l="l" t="t" r="r" b="b"/>
              <a:pathLst>
                <a:path w="65741" h="62799" extrusionOk="0">
                  <a:moveTo>
                    <a:pt x="63635" y="0"/>
                  </a:moveTo>
                  <a:lnTo>
                    <a:pt x="3083" y="51605"/>
                  </a:lnTo>
                  <a:cubicBezTo>
                    <a:pt x="301" y="53910"/>
                    <a:pt x="0" y="58071"/>
                    <a:pt x="2457" y="60752"/>
                  </a:cubicBezTo>
                  <a:cubicBezTo>
                    <a:pt x="3706" y="62115"/>
                    <a:pt x="5413" y="62798"/>
                    <a:pt x="7119" y="62798"/>
                  </a:cubicBezTo>
                  <a:cubicBezTo>
                    <a:pt x="8802" y="62798"/>
                    <a:pt x="10485" y="62134"/>
                    <a:pt x="11730" y="60803"/>
                  </a:cubicBezTo>
                  <a:lnTo>
                    <a:pt x="65740" y="2306"/>
                  </a:lnTo>
                  <a:lnTo>
                    <a:pt x="636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15" name="Google Shape;1115;p73"/>
            <p:cNvSpPr/>
            <p:nvPr/>
          </p:nvSpPr>
          <p:spPr>
            <a:xfrm>
              <a:off x="2683727" y="2984303"/>
              <a:ext cx="81019" cy="34483"/>
            </a:xfrm>
            <a:custGeom>
              <a:avLst/>
              <a:gdLst/>
              <a:ahLst/>
              <a:cxnLst/>
              <a:rect l="l" t="t" r="r" b="b"/>
              <a:pathLst>
                <a:path w="4537" h="1931" extrusionOk="0">
                  <a:moveTo>
                    <a:pt x="0" y="1931"/>
                  </a:moveTo>
                  <a:lnTo>
                    <a:pt x="0" y="1931"/>
                  </a:lnTo>
                  <a:lnTo>
                    <a:pt x="0" y="1931"/>
                  </a:lnTo>
                  <a:lnTo>
                    <a:pt x="0" y="1931"/>
                  </a:lnTo>
                  <a:close/>
                  <a:moveTo>
                    <a:pt x="0" y="1931"/>
                  </a:moveTo>
                  <a:cubicBezTo>
                    <a:pt x="552" y="1931"/>
                    <a:pt x="1078" y="1855"/>
                    <a:pt x="1604" y="1730"/>
                  </a:cubicBezTo>
                  <a:lnTo>
                    <a:pt x="1604" y="1730"/>
                  </a:lnTo>
                  <a:cubicBezTo>
                    <a:pt x="1078" y="1855"/>
                    <a:pt x="552" y="1931"/>
                    <a:pt x="0" y="1931"/>
                  </a:cubicBezTo>
                  <a:close/>
                  <a:moveTo>
                    <a:pt x="2181" y="1530"/>
                  </a:moveTo>
                  <a:lnTo>
                    <a:pt x="2181" y="1530"/>
                  </a:lnTo>
                  <a:cubicBezTo>
                    <a:pt x="3058" y="1229"/>
                    <a:pt x="3860" y="703"/>
                    <a:pt x="4537" y="1"/>
                  </a:cubicBezTo>
                  <a:cubicBezTo>
                    <a:pt x="3860" y="703"/>
                    <a:pt x="3058" y="1229"/>
                    <a:pt x="2181" y="15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16" name="Google Shape;1116;p73"/>
            <p:cNvSpPr/>
            <p:nvPr/>
          </p:nvSpPr>
          <p:spPr>
            <a:xfrm>
              <a:off x="2712368" y="3011605"/>
              <a:ext cx="10304" cy="3607"/>
            </a:xfrm>
            <a:custGeom>
              <a:avLst/>
              <a:gdLst/>
              <a:ahLst/>
              <a:cxnLst/>
              <a:rect l="l" t="t" r="r" b="b"/>
              <a:pathLst>
                <a:path w="577" h="202" extrusionOk="0">
                  <a:moveTo>
                    <a:pt x="0" y="201"/>
                  </a:moveTo>
                  <a:lnTo>
                    <a:pt x="0" y="201"/>
                  </a:lnTo>
                  <a:cubicBezTo>
                    <a:pt x="201" y="126"/>
                    <a:pt x="401" y="76"/>
                    <a:pt x="577" y="1"/>
                  </a:cubicBezTo>
                  <a:lnTo>
                    <a:pt x="577" y="1"/>
                  </a:lnTo>
                  <a:cubicBezTo>
                    <a:pt x="401" y="76"/>
                    <a:pt x="201" y="126"/>
                    <a:pt x="0" y="20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17" name="Google Shape;1117;p73"/>
            <p:cNvSpPr/>
            <p:nvPr/>
          </p:nvSpPr>
          <p:spPr>
            <a:xfrm>
              <a:off x="2597803" y="2978928"/>
              <a:ext cx="2696" cy="3161"/>
            </a:xfrm>
            <a:custGeom>
              <a:avLst/>
              <a:gdLst/>
              <a:ahLst/>
              <a:cxnLst/>
              <a:rect l="l" t="t" r="r" b="b"/>
              <a:pathLst>
                <a:path w="151" h="177" extrusionOk="0">
                  <a:moveTo>
                    <a:pt x="151" y="176"/>
                  </a:moveTo>
                  <a:lnTo>
                    <a:pt x="151" y="176"/>
                  </a:lnTo>
                  <a:cubicBezTo>
                    <a:pt x="151" y="176"/>
                    <a:pt x="151" y="176"/>
                    <a:pt x="151" y="151"/>
                  </a:cubicBezTo>
                  <a:cubicBezTo>
                    <a:pt x="151" y="176"/>
                    <a:pt x="151" y="176"/>
                    <a:pt x="151" y="176"/>
                  </a:cubicBezTo>
                  <a:lnTo>
                    <a:pt x="151" y="176"/>
                  </a:lnTo>
                  <a:close/>
                  <a:moveTo>
                    <a:pt x="151" y="151"/>
                  </a:moveTo>
                  <a:cubicBezTo>
                    <a:pt x="151" y="151"/>
                    <a:pt x="151" y="151"/>
                    <a:pt x="151" y="151"/>
                  </a:cubicBezTo>
                  <a:cubicBezTo>
                    <a:pt x="151" y="151"/>
                    <a:pt x="151" y="151"/>
                    <a:pt x="151" y="151"/>
                  </a:cubicBezTo>
                  <a:close/>
                  <a:moveTo>
                    <a:pt x="126" y="151"/>
                  </a:moveTo>
                  <a:lnTo>
                    <a:pt x="126" y="151"/>
                  </a:lnTo>
                  <a:lnTo>
                    <a:pt x="126" y="151"/>
                  </a:lnTo>
                  <a:close/>
                  <a:moveTo>
                    <a:pt x="126" y="151"/>
                  </a:moveTo>
                  <a:cubicBezTo>
                    <a:pt x="126" y="151"/>
                    <a:pt x="126" y="151"/>
                    <a:pt x="126" y="151"/>
                  </a:cubicBezTo>
                  <a:cubicBezTo>
                    <a:pt x="126" y="151"/>
                    <a:pt x="126" y="151"/>
                    <a:pt x="126" y="151"/>
                  </a:cubicBezTo>
                  <a:close/>
                  <a:moveTo>
                    <a:pt x="126" y="126"/>
                  </a:moveTo>
                  <a:cubicBezTo>
                    <a:pt x="126" y="126"/>
                    <a:pt x="126" y="126"/>
                    <a:pt x="126" y="126"/>
                  </a:cubicBezTo>
                  <a:cubicBezTo>
                    <a:pt x="126" y="126"/>
                    <a:pt x="126" y="126"/>
                    <a:pt x="126" y="126"/>
                  </a:cubicBezTo>
                  <a:close/>
                  <a:moveTo>
                    <a:pt x="126" y="126"/>
                  </a:moveTo>
                  <a:cubicBezTo>
                    <a:pt x="126" y="126"/>
                    <a:pt x="126" y="126"/>
                    <a:pt x="100" y="126"/>
                  </a:cubicBezTo>
                  <a:cubicBezTo>
                    <a:pt x="126" y="126"/>
                    <a:pt x="126" y="126"/>
                    <a:pt x="126" y="126"/>
                  </a:cubicBezTo>
                  <a:close/>
                  <a:moveTo>
                    <a:pt x="100" y="126"/>
                  </a:moveTo>
                  <a:cubicBezTo>
                    <a:pt x="100" y="126"/>
                    <a:pt x="100" y="126"/>
                    <a:pt x="100" y="126"/>
                  </a:cubicBezTo>
                  <a:cubicBezTo>
                    <a:pt x="100" y="126"/>
                    <a:pt x="100" y="126"/>
                    <a:pt x="100" y="126"/>
                  </a:cubicBezTo>
                  <a:close/>
                  <a:moveTo>
                    <a:pt x="100" y="101"/>
                  </a:moveTo>
                  <a:lnTo>
                    <a:pt x="100" y="101"/>
                  </a:lnTo>
                  <a:cubicBezTo>
                    <a:pt x="100" y="101"/>
                    <a:pt x="100" y="101"/>
                    <a:pt x="100" y="101"/>
                  </a:cubicBezTo>
                  <a:close/>
                  <a:moveTo>
                    <a:pt x="100" y="101"/>
                  </a:moveTo>
                  <a:cubicBezTo>
                    <a:pt x="100" y="101"/>
                    <a:pt x="100" y="101"/>
                    <a:pt x="100" y="101"/>
                  </a:cubicBezTo>
                  <a:cubicBezTo>
                    <a:pt x="100" y="101"/>
                    <a:pt x="100" y="101"/>
                    <a:pt x="100" y="101"/>
                  </a:cubicBezTo>
                  <a:close/>
                  <a:moveTo>
                    <a:pt x="75" y="101"/>
                  </a:moveTo>
                  <a:cubicBezTo>
                    <a:pt x="75" y="101"/>
                    <a:pt x="75" y="101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lose/>
                  <a:moveTo>
                    <a:pt x="75" y="101"/>
                  </a:moveTo>
                  <a:cubicBezTo>
                    <a:pt x="75" y="101"/>
                    <a:pt x="75" y="76"/>
                    <a:pt x="75" y="76"/>
                  </a:cubicBezTo>
                  <a:cubicBezTo>
                    <a:pt x="75" y="76"/>
                    <a:pt x="75" y="101"/>
                    <a:pt x="75" y="101"/>
                  </a:cubicBezTo>
                  <a:close/>
                  <a:moveTo>
                    <a:pt x="75" y="76"/>
                  </a:moveTo>
                  <a:cubicBezTo>
                    <a:pt x="75" y="76"/>
                    <a:pt x="75" y="76"/>
                    <a:pt x="75" y="76"/>
                  </a:cubicBezTo>
                  <a:lnTo>
                    <a:pt x="75" y="76"/>
                  </a:lnTo>
                  <a:close/>
                  <a:moveTo>
                    <a:pt x="75" y="76"/>
                  </a:moveTo>
                  <a:cubicBezTo>
                    <a:pt x="75" y="76"/>
                    <a:pt x="75" y="76"/>
                    <a:pt x="75" y="76"/>
                  </a:cubicBezTo>
                  <a:cubicBezTo>
                    <a:pt x="75" y="76"/>
                    <a:pt x="75" y="76"/>
                    <a:pt x="75" y="76"/>
                  </a:cubicBezTo>
                  <a:close/>
                  <a:moveTo>
                    <a:pt x="25" y="26"/>
                  </a:moveTo>
                  <a:cubicBezTo>
                    <a:pt x="25" y="26"/>
                    <a:pt x="25" y="26"/>
                    <a:pt x="25" y="26"/>
                  </a:cubicBezTo>
                  <a:cubicBezTo>
                    <a:pt x="25" y="26"/>
                    <a:pt x="25" y="26"/>
                    <a:pt x="25" y="26"/>
                  </a:cubicBezTo>
                  <a:close/>
                  <a:moveTo>
                    <a:pt x="25" y="26"/>
                  </a:moveTo>
                  <a:lnTo>
                    <a:pt x="25" y="26"/>
                  </a:lnTo>
                  <a:cubicBezTo>
                    <a:pt x="25" y="26"/>
                    <a:pt x="25" y="26"/>
                    <a:pt x="25" y="26"/>
                  </a:cubicBezTo>
                  <a:close/>
                  <a:moveTo>
                    <a:pt x="25" y="26"/>
                  </a:moveTo>
                  <a:lnTo>
                    <a:pt x="25" y="26"/>
                  </a:lnTo>
                  <a:lnTo>
                    <a:pt x="25" y="26"/>
                  </a:lnTo>
                  <a:close/>
                  <a:moveTo>
                    <a:pt x="25" y="26"/>
                  </a:moveTo>
                  <a:lnTo>
                    <a:pt x="25" y="26"/>
                  </a:lnTo>
                  <a:lnTo>
                    <a:pt x="25" y="26"/>
                  </a:lnTo>
                  <a:close/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18" name="Google Shape;1118;p73"/>
            <p:cNvSpPr/>
            <p:nvPr/>
          </p:nvSpPr>
          <p:spPr>
            <a:xfrm>
              <a:off x="2559752" y="2277667"/>
              <a:ext cx="857999" cy="741176"/>
            </a:xfrm>
            <a:custGeom>
              <a:avLst/>
              <a:gdLst/>
              <a:ahLst/>
              <a:cxnLst/>
              <a:rect l="l" t="t" r="r" b="b"/>
              <a:pathLst>
                <a:path w="48047" h="41505" extrusionOk="0">
                  <a:moveTo>
                    <a:pt x="48046" y="1"/>
                  </a:moveTo>
                  <a:lnTo>
                    <a:pt x="36593" y="10251"/>
                  </a:lnTo>
                  <a:cubicBezTo>
                    <a:pt x="30026" y="16141"/>
                    <a:pt x="23359" y="22106"/>
                    <a:pt x="15540" y="26216"/>
                  </a:cubicBezTo>
                  <a:cubicBezTo>
                    <a:pt x="11429" y="28397"/>
                    <a:pt x="6943" y="30026"/>
                    <a:pt x="2382" y="30778"/>
                  </a:cubicBezTo>
                  <a:cubicBezTo>
                    <a:pt x="151" y="33109"/>
                    <a:pt x="1" y="36793"/>
                    <a:pt x="2131" y="39274"/>
                  </a:cubicBezTo>
                  <a:cubicBezTo>
                    <a:pt x="2131" y="39274"/>
                    <a:pt x="2156" y="39274"/>
                    <a:pt x="2156" y="39299"/>
                  </a:cubicBezTo>
                  <a:lnTo>
                    <a:pt x="2206" y="39349"/>
                  </a:lnTo>
                  <a:cubicBezTo>
                    <a:pt x="2206" y="39349"/>
                    <a:pt x="2206" y="39374"/>
                    <a:pt x="2206" y="39374"/>
                  </a:cubicBezTo>
                  <a:lnTo>
                    <a:pt x="2231" y="39374"/>
                  </a:lnTo>
                  <a:cubicBezTo>
                    <a:pt x="2231" y="39399"/>
                    <a:pt x="2231" y="39399"/>
                    <a:pt x="2231" y="39399"/>
                  </a:cubicBezTo>
                  <a:lnTo>
                    <a:pt x="2257" y="39399"/>
                  </a:lnTo>
                  <a:cubicBezTo>
                    <a:pt x="2257" y="39399"/>
                    <a:pt x="2257" y="39399"/>
                    <a:pt x="2257" y="39424"/>
                  </a:cubicBezTo>
                  <a:lnTo>
                    <a:pt x="2282" y="39424"/>
                  </a:lnTo>
                  <a:cubicBezTo>
                    <a:pt x="2282" y="39449"/>
                    <a:pt x="2282" y="39449"/>
                    <a:pt x="2282" y="39449"/>
                  </a:cubicBezTo>
                  <a:cubicBezTo>
                    <a:pt x="3535" y="40803"/>
                    <a:pt x="5239" y="41505"/>
                    <a:pt x="6943" y="41505"/>
                  </a:cubicBezTo>
                  <a:cubicBezTo>
                    <a:pt x="7495" y="41505"/>
                    <a:pt x="8021" y="41429"/>
                    <a:pt x="8547" y="41304"/>
                  </a:cubicBezTo>
                  <a:cubicBezTo>
                    <a:pt x="8748" y="41229"/>
                    <a:pt x="8948" y="41179"/>
                    <a:pt x="9124" y="41104"/>
                  </a:cubicBezTo>
                  <a:cubicBezTo>
                    <a:pt x="10001" y="40803"/>
                    <a:pt x="10803" y="40277"/>
                    <a:pt x="11480" y="39575"/>
                  </a:cubicBezTo>
                  <a:cubicBezTo>
                    <a:pt x="11505" y="39575"/>
                    <a:pt x="11505" y="39550"/>
                    <a:pt x="11530" y="39550"/>
                  </a:cubicBezTo>
                  <a:cubicBezTo>
                    <a:pt x="11530" y="39525"/>
                    <a:pt x="11530" y="39525"/>
                    <a:pt x="11555" y="39525"/>
                  </a:cubicBezTo>
                  <a:cubicBezTo>
                    <a:pt x="11555" y="39500"/>
                    <a:pt x="11555" y="39500"/>
                    <a:pt x="11555" y="39500"/>
                  </a:cubicBezTo>
                  <a:lnTo>
                    <a:pt x="480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19" name="Google Shape;1119;p73"/>
            <p:cNvSpPr/>
            <p:nvPr/>
          </p:nvSpPr>
          <p:spPr>
            <a:xfrm>
              <a:off x="3613227" y="1890583"/>
              <a:ext cx="127128" cy="115895"/>
            </a:xfrm>
            <a:custGeom>
              <a:avLst/>
              <a:gdLst/>
              <a:ahLst/>
              <a:cxnLst/>
              <a:rect l="l" t="t" r="r" b="b"/>
              <a:pathLst>
                <a:path w="7119" h="6490" extrusionOk="0">
                  <a:moveTo>
                    <a:pt x="1124" y="1"/>
                  </a:moveTo>
                  <a:cubicBezTo>
                    <a:pt x="908" y="1"/>
                    <a:pt x="731" y="57"/>
                    <a:pt x="602" y="175"/>
                  </a:cubicBezTo>
                  <a:cubicBezTo>
                    <a:pt x="1" y="751"/>
                    <a:pt x="828" y="2606"/>
                    <a:pt x="2457" y="4310"/>
                  </a:cubicBezTo>
                  <a:cubicBezTo>
                    <a:pt x="3752" y="5645"/>
                    <a:pt x="5158" y="6489"/>
                    <a:pt x="5983" y="6489"/>
                  </a:cubicBezTo>
                  <a:cubicBezTo>
                    <a:pt x="6195" y="6489"/>
                    <a:pt x="6369" y="6433"/>
                    <a:pt x="6492" y="6315"/>
                  </a:cubicBezTo>
                  <a:cubicBezTo>
                    <a:pt x="7118" y="5739"/>
                    <a:pt x="6291" y="3884"/>
                    <a:pt x="4662" y="2180"/>
                  </a:cubicBezTo>
                  <a:cubicBezTo>
                    <a:pt x="3367" y="845"/>
                    <a:pt x="1961" y="1"/>
                    <a:pt x="11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20" name="Google Shape;1120;p73"/>
            <p:cNvSpPr/>
            <p:nvPr/>
          </p:nvSpPr>
          <p:spPr>
            <a:xfrm>
              <a:off x="3655296" y="1862853"/>
              <a:ext cx="117288" cy="106002"/>
            </a:xfrm>
            <a:custGeom>
              <a:avLst/>
              <a:gdLst/>
              <a:ahLst/>
              <a:cxnLst/>
              <a:rect l="l" t="t" r="r" b="b"/>
              <a:pathLst>
                <a:path w="6568" h="5936" extrusionOk="0">
                  <a:moveTo>
                    <a:pt x="3282" y="1"/>
                  </a:moveTo>
                  <a:cubicBezTo>
                    <a:pt x="2541" y="1"/>
                    <a:pt x="1802" y="277"/>
                    <a:pt x="1229" y="825"/>
                  </a:cubicBezTo>
                  <a:cubicBezTo>
                    <a:pt x="51" y="1953"/>
                    <a:pt x="1" y="3833"/>
                    <a:pt x="1128" y="5011"/>
                  </a:cubicBezTo>
                  <a:cubicBezTo>
                    <a:pt x="1720" y="5629"/>
                    <a:pt x="2504" y="5936"/>
                    <a:pt x="3286" y="5936"/>
                  </a:cubicBezTo>
                  <a:cubicBezTo>
                    <a:pt x="4027" y="5936"/>
                    <a:pt x="4766" y="5660"/>
                    <a:pt x="5339" y="5111"/>
                  </a:cubicBezTo>
                  <a:cubicBezTo>
                    <a:pt x="6517" y="3983"/>
                    <a:pt x="6567" y="2104"/>
                    <a:pt x="5439" y="926"/>
                  </a:cubicBezTo>
                  <a:cubicBezTo>
                    <a:pt x="4847" y="308"/>
                    <a:pt x="4064" y="1"/>
                    <a:pt x="32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21" name="Google Shape;1121;p73"/>
            <p:cNvSpPr/>
            <p:nvPr/>
          </p:nvSpPr>
          <p:spPr>
            <a:xfrm>
              <a:off x="3726452" y="1843515"/>
              <a:ext cx="64912" cy="58769"/>
            </a:xfrm>
            <a:custGeom>
              <a:avLst/>
              <a:gdLst/>
              <a:ahLst/>
              <a:cxnLst/>
              <a:rect l="l" t="t" r="r" b="b"/>
              <a:pathLst>
                <a:path w="3635" h="3291" extrusionOk="0">
                  <a:moveTo>
                    <a:pt x="1815" y="0"/>
                  </a:moveTo>
                  <a:cubicBezTo>
                    <a:pt x="1404" y="0"/>
                    <a:pt x="993" y="151"/>
                    <a:pt x="677" y="455"/>
                  </a:cubicBezTo>
                  <a:cubicBezTo>
                    <a:pt x="1" y="1081"/>
                    <a:pt x="1" y="2134"/>
                    <a:pt x="627" y="2786"/>
                  </a:cubicBezTo>
                  <a:cubicBezTo>
                    <a:pt x="950" y="3121"/>
                    <a:pt x="1385" y="3290"/>
                    <a:pt x="1820" y="3290"/>
                  </a:cubicBezTo>
                  <a:cubicBezTo>
                    <a:pt x="2231" y="3290"/>
                    <a:pt x="2642" y="3140"/>
                    <a:pt x="2958" y="2836"/>
                  </a:cubicBezTo>
                  <a:cubicBezTo>
                    <a:pt x="3610" y="2209"/>
                    <a:pt x="3635" y="1157"/>
                    <a:pt x="3008" y="505"/>
                  </a:cubicBezTo>
                  <a:cubicBezTo>
                    <a:pt x="2686" y="170"/>
                    <a:pt x="2250" y="0"/>
                    <a:pt x="18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sp>
        <p:nvSpPr>
          <p:cNvPr id="2" name="Google Shape;701;p69">
            <a:extLst>
              <a:ext uri="{FF2B5EF4-FFF2-40B4-BE49-F238E27FC236}">
                <a16:creationId xmlns:a16="http://schemas.microsoft.com/office/drawing/2014/main" id="{823BF2DC-30F8-8D64-8D49-57F75D5BE9D3}"/>
              </a:ext>
            </a:extLst>
          </p:cNvPr>
          <p:cNvSpPr txBox="1">
            <a:spLocks/>
          </p:cNvSpPr>
          <p:nvPr/>
        </p:nvSpPr>
        <p:spPr>
          <a:xfrm>
            <a:off x="4772891" y="4230975"/>
            <a:ext cx="3656934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zh-TW" altLang="en-US" sz="1050" b="1" dirty="0">
                <a:solidFill>
                  <a:schemeClr val="bg2">
                    <a:lumMod val="75000"/>
                  </a:schemeClr>
                </a:solidFill>
              </a:rPr>
              <a:t>資料來源</a:t>
            </a:r>
            <a:r>
              <a:rPr lang="en-US" altLang="zh-TW" sz="1050" b="1" dirty="0">
                <a:solidFill>
                  <a:schemeClr val="bg2">
                    <a:lumMod val="75000"/>
                  </a:schemeClr>
                </a:solidFill>
              </a:rPr>
              <a:t>:</a:t>
            </a:r>
            <a:r>
              <a:rPr lang="zh-TW" altLang="en-US" sz="1050" b="1" dirty="0">
                <a:solidFill>
                  <a:schemeClr val="bg2">
                    <a:lumMod val="75000"/>
                  </a:schemeClr>
                </a:solidFill>
              </a:rPr>
              <a:t>  台灣農業部、中華寵愛健康發展促進會 </a:t>
            </a:r>
            <a:endParaRPr lang="en-US" altLang="zh-TW" sz="1050" b="1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961E701-DDCC-EEE9-1D3B-F6342641F2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956"/>
          <a:stretch>
            <a:fillRect/>
          </a:stretch>
        </p:blipFill>
        <p:spPr>
          <a:xfrm>
            <a:off x="349054" y="1324555"/>
            <a:ext cx="3922884" cy="20920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69"/>
          <p:cNvSpPr txBox="1">
            <a:spLocks noGrp="1"/>
          </p:cNvSpPr>
          <p:nvPr>
            <p:ph type="title" idx="15"/>
          </p:nvPr>
        </p:nvSpPr>
        <p:spPr>
          <a:xfrm>
            <a:off x="714125" y="546825"/>
            <a:ext cx="771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TW" altLang="en-US" sz="3600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常見棄養動物的</a:t>
            </a:r>
            <a:r>
              <a:rPr lang="en-US" altLang="zh-TW" sz="3600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3600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大原因</a:t>
            </a:r>
            <a:endParaRPr sz="3600"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95" name="Google Shape;695;p69"/>
          <p:cNvSpPr txBox="1">
            <a:spLocks noGrp="1"/>
          </p:cNvSpPr>
          <p:nvPr>
            <p:ph type="subTitle" idx="1"/>
          </p:nvPr>
        </p:nvSpPr>
        <p:spPr>
          <a:xfrm>
            <a:off x="714112" y="2140303"/>
            <a:ext cx="2417743" cy="9510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居住的地方是不允許養寵物</a:t>
            </a:r>
            <a:endParaRPr lang="en-US" altLang="zh-TW"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需要搬遷到新的住所</a:t>
            </a:r>
            <a:endParaRPr lang="en-US" altLang="zh-TW"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沒有足夠的空間讓動物活動或容納牠們</a:t>
            </a:r>
            <a:endParaRPr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96" name="Google Shape;696;p69"/>
          <p:cNvSpPr txBox="1">
            <a:spLocks noGrp="1"/>
          </p:cNvSpPr>
          <p:nvPr>
            <p:ph type="title"/>
          </p:nvPr>
        </p:nvSpPr>
        <p:spPr>
          <a:xfrm>
            <a:off x="714125" y="1743775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家居環境問題</a:t>
            </a:r>
            <a:endParaRPr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97" name="Google Shape;697;p69">
            <a:hlinkClick r:id="rId3" action="ppaction://hlinksldjump"/>
          </p:cNvPr>
          <p:cNvSpPr txBox="1">
            <a:spLocks noGrp="1"/>
          </p:cNvSpPr>
          <p:nvPr>
            <p:ph type="title" idx="2"/>
          </p:nvPr>
        </p:nvSpPr>
        <p:spPr>
          <a:xfrm>
            <a:off x="705313" y="1245763"/>
            <a:ext cx="9126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bg2">
                    <a:lumMod val="75000"/>
                  </a:schemeClr>
                </a:solidFill>
                <a:uFill>
                  <a:noFill/>
                </a:uFill>
                <a:latin typeface="標楷體" panose="03000509000000000000" pitchFamily="65" charset="-120"/>
                <a:ea typeface="標楷體" panose="03000509000000000000" pitchFamily="65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r>
              <a:rPr lang="en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98" name="Google Shape;698;p69"/>
          <p:cNvSpPr txBox="1">
            <a:spLocks noGrp="1"/>
          </p:cNvSpPr>
          <p:nvPr>
            <p:ph type="subTitle" idx="3"/>
          </p:nvPr>
        </p:nvSpPr>
        <p:spPr>
          <a:xfrm>
            <a:off x="780853" y="4024986"/>
            <a:ext cx="2340000" cy="8783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lnSpc>
                <a:spcPct val="1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用品、食物的花費</a:t>
            </a:r>
            <a:endParaRPr lang="en-US" altLang="zh-TW"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lvl="0" indent="-285750">
              <a:lnSpc>
                <a:spcPct val="1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醫療費用</a:t>
            </a:r>
            <a:endParaRPr lang="en-US" altLang="zh-TW"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lvl="0" indent="-285750">
              <a:lnSpc>
                <a:spcPct val="1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日常需求、護理、洗澡和外出散步</a:t>
            </a:r>
            <a:endParaRPr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99" name="Google Shape;699;p69"/>
          <p:cNvSpPr txBox="1">
            <a:spLocks noGrp="1"/>
          </p:cNvSpPr>
          <p:nvPr>
            <p:ph type="title" idx="4"/>
          </p:nvPr>
        </p:nvSpPr>
        <p:spPr>
          <a:xfrm>
            <a:off x="714125" y="3682828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時間和經濟問題</a:t>
            </a:r>
            <a:endParaRPr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00" name="Google Shape;700;p69">
            <a:hlinkClick r:id="" action="ppaction://noaction"/>
          </p:cNvPr>
          <p:cNvSpPr txBox="1">
            <a:spLocks noGrp="1"/>
          </p:cNvSpPr>
          <p:nvPr>
            <p:ph type="title" idx="5"/>
          </p:nvPr>
        </p:nvSpPr>
        <p:spPr>
          <a:xfrm>
            <a:off x="704413" y="3184816"/>
            <a:ext cx="9144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03.</a:t>
            </a:r>
            <a:endParaRPr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01" name="Google Shape;701;p69"/>
          <p:cNvSpPr txBox="1">
            <a:spLocks noGrp="1"/>
          </p:cNvSpPr>
          <p:nvPr>
            <p:ph type="subTitle" idx="6"/>
          </p:nvPr>
        </p:nvSpPr>
        <p:spPr>
          <a:xfrm>
            <a:off x="6663842" y="2239822"/>
            <a:ext cx="2258291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>
              <a:lnSpc>
                <a:spcPct val="1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動物的毛髮過敏</a:t>
            </a:r>
            <a:endParaRPr lang="en-US" altLang="zh-TW"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lvl="0" indent="-285750" algn="l">
              <a:lnSpc>
                <a:spcPct val="1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懷孕期間不應該養動物</a:t>
            </a:r>
            <a:endParaRPr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02" name="Google Shape;702;p69"/>
          <p:cNvSpPr txBox="1">
            <a:spLocks noGrp="1"/>
          </p:cNvSpPr>
          <p:nvPr>
            <p:ph type="title" idx="7"/>
          </p:nvPr>
        </p:nvSpPr>
        <p:spPr>
          <a:xfrm>
            <a:off x="6494534" y="1767412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 健康問題</a:t>
            </a:r>
            <a:endParaRPr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03" name="Google Shape;703;p69">
            <a:hlinkClick r:id="rId4" action="ppaction://hlinksldjump"/>
          </p:cNvPr>
          <p:cNvSpPr txBox="1">
            <a:spLocks noGrp="1"/>
          </p:cNvSpPr>
          <p:nvPr>
            <p:ph type="title" idx="8"/>
          </p:nvPr>
        </p:nvSpPr>
        <p:spPr>
          <a:xfrm>
            <a:off x="6587913" y="1209384"/>
            <a:ext cx="9144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02.</a:t>
            </a:r>
            <a:endParaRPr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04" name="Google Shape;704;p69"/>
          <p:cNvSpPr txBox="1">
            <a:spLocks noGrp="1"/>
          </p:cNvSpPr>
          <p:nvPr>
            <p:ph type="subTitle" idx="9"/>
          </p:nvPr>
        </p:nvSpPr>
        <p:spPr>
          <a:xfrm>
            <a:off x="6587913" y="4169962"/>
            <a:ext cx="1365533" cy="72412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攻擊性行為</a:t>
            </a:r>
            <a:endParaRPr lang="en-US" altLang="zh-TW"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lvl="0" indent="-285750" algn="l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破壞性行為</a:t>
            </a:r>
            <a:endParaRPr lang="en-US" altLang="zh-TW"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lvl="0" indent="-285750" algn="l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過度吠叫</a:t>
            </a:r>
            <a:endParaRPr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05" name="Google Shape;705;p69"/>
          <p:cNvSpPr txBox="1">
            <a:spLocks noGrp="1"/>
          </p:cNvSpPr>
          <p:nvPr>
            <p:ph type="title" idx="13"/>
          </p:nvPr>
        </p:nvSpPr>
        <p:spPr>
          <a:xfrm>
            <a:off x="6494534" y="3762915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動物行為問題</a:t>
            </a:r>
            <a:endParaRPr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06" name="Google Shape;706;p69"/>
          <p:cNvSpPr txBox="1">
            <a:spLocks noGrp="1"/>
          </p:cNvSpPr>
          <p:nvPr>
            <p:ph type="title" idx="14"/>
          </p:nvPr>
        </p:nvSpPr>
        <p:spPr>
          <a:xfrm>
            <a:off x="6663842" y="3264897"/>
            <a:ext cx="9144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05.</a:t>
            </a:r>
            <a:endParaRPr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07" name="Google Shape;707;p69">
            <a:hlinkClick r:id="rId3" action="ppaction://hlinksldjump"/>
          </p:cNvPr>
          <p:cNvSpPr/>
          <p:nvPr/>
        </p:nvSpPr>
        <p:spPr>
          <a:xfrm flipH="1">
            <a:off x="391175" y="1332475"/>
            <a:ext cx="324600" cy="324600"/>
          </a:xfrm>
          <a:prstGeom prst="ellipse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0" rIns="82275" bIns="18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Roboto"/>
                <a:sym typeface="Roboto"/>
              </a:rPr>
              <a:t>&gt;</a:t>
            </a:r>
            <a:endParaRPr b="1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  <a:cs typeface="Roboto"/>
              <a:sym typeface="Roboto"/>
            </a:endParaRPr>
          </a:p>
        </p:txBody>
      </p:sp>
      <p:grpSp>
        <p:nvGrpSpPr>
          <p:cNvPr id="708" name="Google Shape;708;p69"/>
          <p:cNvGrpSpPr/>
          <p:nvPr/>
        </p:nvGrpSpPr>
        <p:grpSpPr>
          <a:xfrm>
            <a:off x="8274553" y="4445507"/>
            <a:ext cx="806949" cy="598096"/>
            <a:chOff x="2566874" y="1450963"/>
            <a:chExt cx="4010343" cy="2752442"/>
          </a:xfrm>
        </p:grpSpPr>
        <p:sp>
          <p:nvSpPr>
            <p:cNvPr id="709" name="Google Shape;709;p69"/>
            <p:cNvSpPr/>
            <p:nvPr/>
          </p:nvSpPr>
          <p:spPr>
            <a:xfrm>
              <a:off x="2566874" y="2805134"/>
              <a:ext cx="4010343" cy="1100328"/>
            </a:xfrm>
            <a:custGeom>
              <a:avLst/>
              <a:gdLst/>
              <a:ahLst/>
              <a:cxnLst/>
              <a:rect l="l" t="t" r="r" b="b"/>
              <a:pathLst>
                <a:path w="172007" h="47194" extrusionOk="0">
                  <a:moveTo>
                    <a:pt x="155741" y="1"/>
                  </a:moveTo>
                  <a:lnTo>
                    <a:pt x="143260" y="226"/>
                  </a:lnTo>
                  <a:lnTo>
                    <a:pt x="126468" y="6868"/>
                  </a:lnTo>
                  <a:lnTo>
                    <a:pt x="138849" y="15389"/>
                  </a:lnTo>
                  <a:lnTo>
                    <a:pt x="41906" y="17093"/>
                  </a:lnTo>
                  <a:lnTo>
                    <a:pt x="40527" y="17895"/>
                  </a:lnTo>
                  <a:lnTo>
                    <a:pt x="47244" y="11429"/>
                  </a:lnTo>
                  <a:lnTo>
                    <a:pt x="41580" y="6918"/>
                  </a:lnTo>
                  <a:cubicBezTo>
                    <a:pt x="41580" y="6918"/>
                    <a:pt x="24613" y="12883"/>
                    <a:pt x="12307" y="16442"/>
                  </a:cubicBezTo>
                  <a:cubicBezTo>
                    <a:pt x="1" y="20026"/>
                    <a:pt x="3134" y="26266"/>
                    <a:pt x="12808" y="29349"/>
                  </a:cubicBezTo>
                  <a:cubicBezTo>
                    <a:pt x="15189" y="30101"/>
                    <a:pt x="17169" y="30427"/>
                    <a:pt x="18948" y="30427"/>
                  </a:cubicBezTo>
                  <a:cubicBezTo>
                    <a:pt x="19926" y="30427"/>
                    <a:pt x="20853" y="30327"/>
                    <a:pt x="21705" y="30151"/>
                  </a:cubicBezTo>
                  <a:lnTo>
                    <a:pt x="21705" y="30151"/>
                  </a:lnTo>
                  <a:cubicBezTo>
                    <a:pt x="18121" y="33911"/>
                    <a:pt x="12833" y="39926"/>
                    <a:pt x="12808" y="42958"/>
                  </a:cubicBezTo>
                  <a:cubicBezTo>
                    <a:pt x="12783" y="45565"/>
                    <a:pt x="16643" y="47194"/>
                    <a:pt x="25314" y="47194"/>
                  </a:cubicBezTo>
                  <a:lnTo>
                    <a:pt x="158097" y="47194"/>
                  </a:lnTo>
                  <a:cubicBezTo>
                    <a:pt x="165064" y="47194"/>
                    <a:pt x="164789" y="41630"/>
                    <a:pt x="161831" y="38522"/>
                  </a:cubicBezTo>
                  <a:cubicBezTo>
                    <a:pt x="159325" y="35916"/>
                    <a:pt x="145265" y="21329"/>
                    <a:pt x="140829" y="16743"/>
                  </a:cubicBezTo>
                  <a:lnTo>
                    <a:pt x="140829" y="16743"/>
                  </a:lnTo>
                  <a:lnTo>
                    <a:pt x="142082" y="17595"/>
                  </a:lnTo>
                  <a:cubicBezTo>
                    <a:pt x="151054" y="13484"/>
                    <a:pt x="165666" y="8422"/>
                    <a:pt x="168824" y="5189"/>
                  </a:cubicBezTo>
                  <a:cubicBezTo>
                    <a:pt x="172007" y="1956"/>
                    <a:pt x="155741" y="1"/>
                    <a:pt x="1557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10" name="Google Shape;710;p69"/>
            <p:cNvSpPr/>
            <p:nvPr/>
          </p:nvSpPr>
          <p:spPr>
            <a:xfrm>
              <a:off x="3643799" y="1777892"/>
              <a:ext cx="95848" cy="102283"/>
            </a:xfrm>
            <a:custGeom>
              <a:avLst/>
              <a:gdLst/>
              <a:ahLst/>
              <a:cxnLst/>
              <a:rect l="l" t="t" r="r" b="b"/>
              <a:pathLst>
                <a:path w="4111" h="4387" extrusionOk="0">
                  <a:moveTo>
                    <a:pt x="2657" y="0"/>
                  </a:moveTo>
                  <a:cubicBezTo>
                    <a:pt x="2532" y="25"/>
                    <a:pt x="2407" y="50"/>
                    <a:pt x="2281" y="50"/>
                  </a:cubicBezTo>
                  <a:cubicBezTo>
                    <a:pt x="2031" y="126"/>
                    <a:pt x="1830" y="251"/>
                    <a:pt x="1655" y="426"/>
                  </a:cubicBezTo>
                  <a:cubicBezTo>
                    <a:pt x="1254" y="928"/>
                    <a:pt x="853" y="1429"/>
                    <a:pt x="427" y="1955"/>
                  </a:cubicBezTo>
                  <a:cubicBezTo>
                    <a:pt x="301" y="2080"/>
                    <a:pt x="201" y="2231"/>
                    <a:pt x="151" y="2406"/>
                  </a:cubicBezTo>
                  <a:cubicBezTo>
                    <a:pt x="51" y="2582"/>
                    <a:pt x="1" y="2757"/>
                    <a:pt x="26" y="2958"/>
                  </a:cubicBezTo>
                  <a:cubicBezTo>
                    <a:pt x="1" y="3158"/>
                    <a:pt x="51" y="3334"/>
                    <a:pt x="151" y="3509"/>
                  </a:cubicBezTo>
                  <a:cubicBezTo>
                    <a:pt x="201" y="3685"/>
                    <a:pt x="301" y="3835"/>
                    <a:pt x="427" y="3985"/>
                  </a:cubicBezTo>
                  <a:cubicBezTo>
                    <a:pt x="702" y="4211"/>
                    <a:pt x="1028" y="4386"/>
                    <a:pt x="1404" y="4386"/>
                  </a:cubicBezTo>
                  <a:lnTo>
                    <a:pt x="1454" y="4386"/>
                  </a:lnTo>
                  <a:cubicBezTo>
                    <a:pt x="1580" y="4386"/>
                    <a:pt x="1705" y="4361"/>
                    <a:pt x="1830" y="4336"/>
                  </a:cubicBezTo>
                  <a:cubicBezTo>
                    <a:pt x="2081" y="4286"/>
                    <a:pt x="2281" y="4161"/>
                    <a:pt x="2457" y="3985"/>
                  </a:cubicBezTo>
                  <a:lnTo>
                    <a:pt x="3685" y="2456"/>
                  </a:lnTo>
                  <a:cubicBezTo>
                    <a:pt x="3810" y="2331"/>
                    <a:pt x="3910" y="2181"/>
                    <a:pt x="3961" y="2005"/>
                  </a:cubicBezTo>
                  <a:cubicBezTo>
                    <a:pt x="4061" y="1830"/>
                    <a:pt x="4111" y="1629"/>
                    <a:pt x="4086" y="1454"/>
                  </a:cubicBezTo>
                  <a:cubicBezTo>
                    <a:pt x="4111" y="1253"/>
                    <a:pt x="4061" y="1053"/>
                    <a:pt x="3961" y="877"/>
                  </a:cubicBezTo>
                  <a:cubicBezTo>
                    <a:pt x="3910" y="702"/>
                    <a:pt x="3810" y="552"/>
                    <a:pt x="3685" y="426"/>
                  </a:cubicBezTo>
                  <a:cubicBezTo>
                    <a:pt x="3409" y="176"/>
                    <a:pt x="3083" y="0"/>
                    <a:pt x="2707" y="0"/>
                  </a:cubicBezTo>
                  <a:close/>
                </a:path>
              </a:pathLst>
            </a:custGeom>
            <a:solidFill>
              <a:srgbClr val="FCD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11" name="Google Shape;711;p69"/>
            <p:cNvSpPr/>
            <p:nvPr/>
          </p:nvSpPr>
          <p:spPr>
            <a:xfrm>
              <a:off x="3560822" y="1864366"/>
              <a:ext cx="73652" cy="74818"/>
            </a:xfrm>
            <a:custGeom>
              <a:avLst/>
              <a:gdLst/>
              <a:ahLst/>
              <a:cxnLst/>
              <a:rect l="l" t="t" r="r" b="b"/>
              <a:pathLst>
                <a:path w="3159" h="3209" extrusionOk="0">
                  <a:moveTo>
                    <a:pt x="1705" y="1"/>
                  </a:moveTo>
                  <a:cubicBezTo>
                    <a:pt x="1580" y="1"/>
                    <a:pt x="1454" y="1"/>
                    <a:pt x="1329" y="51"/>
                  </a:cubicBezTo>
                  <a:cubicBezTo>
                    <a:pt x="1204" y="101"/>
                    <a:pt x="1103" y="151"/>
                    <a:pt x="978" y="176"/>
                  </a:cubicBezTo>
                  <a:cubicBezTo>
                    <a:pt x="753" y="326"/>
                    <a:pt x="602" y="477"/>
                    <a:pt x="452" y="702"/>
                  </a:cubicBezTo>
                  <a:cubicBezTo>
                    <a:pt x="377" y="828"/>
                    <a:pt x="301" y="953"/>
                    <a:pt x="201" y="1053"/>
                  </a:cubicBezTo>
                  <a:cubicBezTo>
                    <a:pt x="101" y="1229"/>
                    <a:pt x="51" y="1404"/>
                    <a:pt x="26" y="1605"/>
                  </a:cubicBezTo>
                  <a:cubicBezTo>
                    <a:pt x="1" y="1780"/>
                    <a:pt x="1" y="1981"/>
                    <a:pt x="51" y="2156"/>
                  </a:cubicBezTo>
                  <a:cubicBezTo>
                    <a:pt x="101" y="2356"/>
                    <a:pt x="201" y="2507"/>
                    <a:pt x="327" y="2657"/>
                  </a:cubicBezTo>
                  <a:cubicBezTo>
                    <a:pt x="427" y="2808"/>
                    <a:pt x="552" y="2933"/>
                    <a:pt x="728" y="3033"/>
                  </a:cubicBezTo>
                  <a:cubicBezTo>
                    <a:pt x="828" y="3083"/>
                    <a:pt x="953" y="3108"/>
                    <a:pt x="1053" y="3158"/>
                  </a:cubicBezTo>
                  <a:cubicBezTo>
                    <a:pt x="1179" y="3209"/>
                    <a:pt x="1329" y="3209"/>
                    <a:pt x="1454" y="3209"/>
                  </a:cubicBezTo>
                  <a:cubicBezTo>
                    <a:pt x="1580" y="3209"/>
                    <a:pt x="1705" y="3209"/>
                    <a:pt x="1830" y="3158"/>
                  </a:cubicBezTo>
                  <a:cubicBezTo>
                    <a:pt x="1931" y="3108"/>
                    <a:pt x="2056" y="3083"/>
                    <a:pt x="2181" y="3033"/>
                  </a:cubicBezTo>
                  <a:cubicBezTo>
                    <a:pt x="2382" y="2908"/>
                    <a:pt x="2557" y="2732"/>
                    <a:pt x="2682" y="2507"/>
                  </a:cubicBezTo>
                  <a:cubicBezTo>
                    <a:pt x="2758" y="2382"/>
                    <a:pt x="2858" y="2281"/>
                    <a:pt x="2933" y="2156"/>
                  </a:cubicBezTo>
                  <a:cubicBezTo>
                    <a:pt x="3058" y="1981"/>
                    <a:pt x="3109" y="1805"/>
                    <a:pt x="3109" y="1630"/>
                  </a:cubicBezTo>
                  <a:cubicBezTo>
                    <a:pt x="3159" y="1429"/>
                    <a:pt x="3159" y="1229"/>
                    <a:pt x="3083" y="1053"/>
                  </a:cubicBezTo>
                  <a:cubicBezTo>
                    <a:pt x="3033" y="853"/>
                    <a:pt x="2958" y="702"/>
                    <a:pt x="2833" y="552"/>
                  </a:cubicBezTo>
                  <a:cubicBezTo>
                    <a:pt x="2733" y="402"/>
                    <a:pt x="2582" y="276"/>
                    <a:pt x="2432" y="176"/>
                  </a:cubicBezTo>
                  <a:cubicBezTo>
                    <a:pt x="2306" y="151"/>
                    <a:pt x="2206" y="101"/>
                    <a:pt x="2081" y="51"/>
                  </a:cubicBezTo>
                  <a:cubicBezTo>
                    <a:pt x="1956" y="1"/>
                    <a:pt x="1830" y="1"/>
                    <a:pt x="1705" y="1"/>
                  </a:cubicBezTo>
                  <a:close/>
                </a:path>
              </a:pathLst>
            </a:custGeom>
            <a:solidFill>
              <a:srgbClr val="FCD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12" name="Google Shape;712;p69"/>
            <p:cNvSpPr/>
            <p:nvPr/>
          </p:nvSpPr>
          <p:spPr>
            <a:xfrm>
              <a:off x="3479011" y="1985322"/>
              <a:ext cx="97037" cy="95265"/>
            </a:xfrm>
            <a:custGeom>
              <a:avLst/>
              <a:gdLst/>
              <a:ahLst/>
              <a:cxnLst/>
              <a:rect l="l" t="t" r="r" b="b"/>
              <a:pathLst>
                <a:path w="4162" h="4086" extrusionOk="0">
                  <a:moveTo>
                    <a:pt x="2708" y="1"/>
                  </a:moveTo>
                  <a:cubicBezTo>
                    <a:pt x="2582" y="26"/>
                    <a:pt x="2457" y="51"/>
                    <a:pt x="2332" y="51"/>
                  </a:cubicBezTo>
                  <a:cubicBezTo>
                    <a:pt x="2081" y="126"/>
                    <a:pt x="1881" y="251"/>
                    <a:pt x="1705" y="427"/>
                  </a:cubicBezTo>
                  <a:cubicBezTo>
                    <a:pt x="1279" y="828"/>
                    <a:pt x="853" y="1229"/>
                    <a:pt x="427" y="1655"/>
                  </a:cubicBezTo>
                  <a:cubicBezTo>
                    <a:pt x="302" y="1780"/>
                    <a:pt x="201" y="1930"/>
                    <a:pt x="151" y="2106"/>
                  </a:cubicBezTo>
                  <a:cubicBezTo>
                    <a:pt x="51" y="2281"/>
                    <a:pt x="1" y="2457"/>
                    <a:pt x="26" y="2657"/>
                  </a:cubicBezTo>
                  <a:cubicBezTo>
                    <a:pt x="1" y="2858"/>
                    <a:pt x="51" y="3033"/>
                    <a:pt x="151" y="3209"/>
                  </a:cubicBezTo>
                  <a:cubicBezTo>
                    <a:pt x="201" y="3384"/>
                    <a:pt x="302" y="3534"/>
                    <a:pt x="427" y="3660"/>
                  </a:cubicBezTo>
                  <a:cubicBezTo>
                    <a:pt x="527" y="3735"/>
                    <a:pt x="627" y="3810"/>
                    <a:pt x="728" y="3885"/>
                  </a:cubicBezTo>
                  <a:cubicBezTo>
                    <a:pt x="953" y="4036"/>
                    <a:pt x="1204" y="4086"/>
                    <a:pt x="1455" y="4086"/>
                  </a:cubicBezTo>
                  <a:cubicBezTo>
                    <a:pt x="1580" y="4086"/>
                    <a:pt x="1705" y="4061"/>
                    <a:pt x="1831" y="4036"/>
                  </a:cubicBezTo>
                  <a:cubicBezTo>
                    <a:pt x="2081" y="3986"/>
                    <a:pt x="2282" y="3860"/>
                    <a:pt x="2457" y="3660"/>
                  </a:cubicBezTo>
                  <a:cubicBezTo>
                    <a:pt x="2883" y="3259"/>
                    <a:pt x="3309" y="2858"/>
                    <a:pt x="3735" y="2457"/>
                  </a:cubicBezTo>
                  <a:cubicBezTo>
                    <a:pt x="3861" y="2331"/>
                    <a:pt x="3961" y="2181"/>
                    <a:pt x="4011" y="2006"/>
                  </a:cubicBezTo>
                  <a:cubicBezTo>
                    <a:pt x="4111" y="1830"/>
                    <a:pt x="4161" y="1630"/>
                    <a:pt x="4136" y="1454"/>
                  </a:cubicBezTo>
                  <a:cubicBezTo>
                    <a:pt x="4161" y="1254"/>
                    <a:pt x="4111" y="1053"/>
                    <a:pt x="4011" y="903"/>
                  </a:cubicBezTo>
                  <a:cubicBezTo>
                    <a:pt x="3961" y="702"/>
                    <a:pt x="3861" y="552"/>
                    <a:pt x="3735" y="427"/>
                  </a:cubicBezTo>
                  <a:cubicBezTo>
                    <a:pt x="3635" y="351"/>
                    <a:pt x="3535" y="276"/>
                    <a:pt x="3435" y="201"/>
                  </a:cubicBezTo>
                  <a:cubicBezTo>
                    <a:pt x="3209" y="76"/>
                    <a:pt x="2958" y="1"/>
                    <a:pt x="2708" y="1"/>
                  </a:cubicBezTo>
                  <a:close/>
                </a:path>
              </a:pathLst>
            </a:custGeom>
            <a:solidFill>
              <a:srgbClr val="FCD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13" name="Google Shape;713;p69"/>
            <p:cNvSpPr/>
            <p:nvPr/>
          </p:nvSpPr>
          <p:spPr>
            <a:xfrm>
              <a:off x="3650234" y="1947343"/>
              <a:ext cx="74818" cy="76566"/>
            </a:xfrm>
            <a:custGeom>
              <a:avLst/>
              <a:gdLst/>
              <a:ahLst/>
              <a:cxnLst/>
              <a:rect l="l" t="t" r="r" b="b"/>
              <a:pathLst>
                <a:path w="3209" h="3284" extrusionOk="0">
                  <a:moveTo>
                    <a:pt x="1755" y="0"/>
                  </a:moveTo>
                  <a:cubicBezTo>
                    <a:pt x="1629" y="26"/>
                    <a:pt x="1504" y="51"/>
                    <a:pt x="1379" y="51"/>
                  </a:cubicBezTo>
                  <a:cubicBezTo>
                    <a:pt x="1153" y="126"/>
                    <a:pt x="928" y="251"/>
                    <a:pt x="752" y="427"/>
                  </a:cubicBezTo>
                  <a:cubicBezTo>
                    <a:pt x="652" y="552"/>
                    <a:pt x="527" y="702"/>
                    <a:pt x="426" y="828"/>
                  </a:cubicBezTo>
                  <a:cubicBezTo>
                    <a:pt x="276" y="953"/>
                    <a:pt x="176" y="1103"/>
                    <a:pt x="126" y="1279"/>
                  </a:cubicBezTo>
                  <a:cubicBezTo>
                    <a:pt x="50" y="1454"/>
                    <a:pt x="0" y="1655"/>
                    <a:pt x="0" y="1855"/>
                  </a:cubicBezTo>
                  <a:cubicBezTo>
                    <a:pt x="0" y="2031"/>
                    <a:pt x="50" y="2231"/>
                    <a:pt x="126" y="2407"/>
                  </a:cubicBezTo>
                  <a:cubicBezTo>
                    <a:pt x="176" y="2582"/>
                    <a:pt x="276" y="2732"/>
                    <a:pt x="426" y="2858"/>
                  </a:cubicBezTo>
                  <a:cubicBezTo>
                    <a:pt x="527" y="2933"/>
                    <a:pt x="627" y="3008"/>
                    <a:pt x="727" y="3083"/>
                  </a:cubicBezTo>
                  <a:cubicBezTo>
                    <a:pt x="953" y="3209"/>
                    <a:pt x="1178" y="3284"/>
                    <a:pt x="1429" y="3284"/>
                  </a:cubicBezTo>
                  <a:cubicBezTo>
                    <a:pt x="1579" y="3259"/>
                    <a:pt x="1705" y="3234"/>
                    <a:pt x="1830" y="3234"/>
                  </a:cubicBezTo>
                  <a:cubicBezTo>
                    <a:pt x="2055" y="3158"/>
                    <a:pt x="2281" y="3033"/>
                    <a:pt x="2456" y="2858"/>
                  </a:cubicBezTo>
                  <a:cubicBezTo>
                    <a:pt x="2557" y="2732"/>
                    <a:pt x="2682" y="2582"/>
                    <a:pt x="2782" y="2457"/>
                  </a:cubicBezTo>
                  <a:cubicBezTo>
                    <a:pt x="2933" y="2331"/>
                    <a:pt x="3033" y="2181"/>
                    <a:pt x="3083" y="2006"/>
                  </a:cubicBezTo>
                  <a:cubicBezTo>
                    <a:pt x="3158" y="1830"/>
                    <a:pt x="3208" y="1630"/>
                    <a:pt x="3208" y="1454"/>
                  </a:cubicBezTo>
                  <a:cubicBezTo>
                    <a:pt x="3208" y="1254"/>
                    <a:pt x="3158" y="1053"/>
                    <a:pt x="3083" y="903"/>
                  </a:cubicBezTo>
                  <a:cubicBezTo>
                    <a:pt x="3033" y="702"/>
                    <a:pt x="2933" y="552"/>
                    <a:pt x="2782" y="427"/>
                  </a:cubicBezTo>
                  <a:cubicBezTo>
                    <a:pt x="2682" y="351"/>
                    <a:pt x="2582" y="276"/>
                    <a:pt x="2482" y="201"/>
                  </a:cubicBezTo>
                  <a:cubicBezTo>
                    <a:pt x="2256" y="76"/>
                    <a:pt x="2030" y="0"/>
                    <a:pt x="1755" y="0"/>
                  </a:cubicBezTo>
                  <a:close/>
                </a:path>
              </a:pathLst>
            </a:custGeom>
            <a:solidFill>
              <a:srgbClr val="FCD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14" name="Google Shape;714;p69"/>
            <p:cNvSpPr/>
            <p:nvPr/>
          </p:nvSpPr>
          <p:spPr>
            <a:xfrm>
              <a:off x="5628175" y="2524846"/>
              <a:ext cx="91651" cy="355111"/>
            </a:xfrm>
            <a:custGeom>
              <a:avLst/>
              <a:gdLst/>
              <a:ahLst/>
              <a:cxnLst/>
              <a:rect l="l" t="t" r="r" b="b"/>
              <a:pathLst>
                <a:path w="3931" h="15231" extrusionOk="0">
                  <a:moveTo>
                    <a:pt x="2532" y="1"/>
                  </a:moveTo>
                  <a:cubicBezTo>
                    <a:pt x="2500" y="1"/>
                    <a:pt x="2467" y="6"/>
                    <a:pt x="2432" y="18"/>
                  </a:cubicBezTo>
                  <a:cubicBezTo>
                    <a:pt x="903" y="544"/>
                    <a:pt x="1" y="15231"/>
                    <a:pt x="1" y="15231"/>
                  </a:cubicBezTo>
                  <a:cubicBezTo>
                    <a:pt x="2696" y="10575"/>
                    <a:pt x="3930" y="1"/>
                    <a:pt x="2532" y="1"/>
                  </a:cubicBezTo>
                  <a:close/>
                </a:path>
              </a:pathLst>
            </a:custGeom>
            <a:solidFill>
              <a:srgbClr val="74A7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15" name="Google Shape;715;p69"/>
            <p:cNvSpPr/>
            <p:nvPr/>
          </p:nvSpPr>
          <p:spPr>
            <a:xfrm>
              <a:off x="5628175" y="2751557"/>
              <a:ext cx="300810" cy="128792"/>
            </a:xfrm>
            <a:custGeom>
              <a:avLst/>
              <a:gdLst/>
              <a:ahLst/>
              <a:cxnLst/>
              <a:rect l="l" t="t" r="r" b="b"/>
              <a:pathLst>
                <a:path w="12902" h="5524" extrusionOk="0">
                  <a:moveTo>
                    <a:pt x="12534" y="1"/>
                  </a:moveTo>
                  <a:cubicBezTo>
                    <a:pt x="10470" y="1"/>
                    <a:pt x="1" y="5507"/>
                    <a:pt x="1" y="5507"/>
                  </a:cubicBezTo>
                  <a:cubicBezTo>
                    <a:pt x="230" y="5518"/>
                    <a:pt x="459" y="5523"/>
                    <a:pt x="688" y="5523"/>
                  </a:cubicBezTo>
                  <a:cubicBezTo>
                    <a:pt x="6729" y="5523"/>
                    <a:pt x="12714" y="1813"/>
                    <a:pt x="12883" y="244"/>
                  </a:cubicBezTo>
                  <a:cubicBezTo>
                    <a:pt x="12901" y="76"/>
                    <a:pt x="12775" y="1"/>
                    <a:pt x="12534" y="1"/>
                  </a:cubicBezTo>
                  <a:close/>
                </a:path>
              </a:pathLst>
            </a:custGeom>
            <a:solidFill>
              <a:srgbClr val="74A7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16" name="Google Shape;716;p69"/>
            <p:cNvSpPr/>
            <p:nvPr/>
          </p:nvSpPr>
          <p:spPr>
            <a:xfrm>
              <a:off x="5513653" y="2661026"/>
              <a:ext cx="113474" cy="336972"/>
            </a:xfrm>
            <a:custGeom>
              <a:avLst/>
              <a:gdLst/>
              <a:ahLst/>
              <a:cxnLst/>
              <a:rect l="l" t="t" r="r" b="b"/>
              <a:pathLst>
                <a:path w="4867" h="14453" extrusionOk="0">
                  <a:moveTo>
                    <a:pt x="3442" y="0"/>
                  </a:moveTo>
                  <a:cubicBezTo>
                    <a:pt x="3358" y="0"/>
                    <a:pt x="3263" y="30"/>
                    <a:pt x="3158" y="91"/>
                  </a:cubicBezTo>
                  <a:cubicBezTo>
                    <a:pt x="1254" y="1194"/>
                    <a:pt x="1" y="14452"/>
                    <a:pt x="1" y="14452"/>
                  </a:cubicBezTo>
                  <a:cubicBezTo>
                    <a:pt x="3361" y="8489"/>
                    <a:pt x="4867" y="0"/>
                    <a:pt x="3442" y="0"/>
                  </a:cubicBezTo>
                  <a:close/>
                </a:path>
              </a:pathLst>
            </a:custGeom>
            <a:solidFill>
              <a:srgbClr val="74A7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17" name="Google Shape;717;p69"/>
            <p:cNvSpPr/>
            <p:nvPr/>
          </p:nvSpPr>
          <p:spPr>
            <a:xfrm>
              <a:off x="5370502" y="2315853"/>
              <a:ext cx="153110" cy="405168"/>
            </a:xfrm>
            <a:custGeom>
              <a:avLst/>
              <a:gdLst/>
              <a:ahLst/>
              <a:cxnLst/>
              <a:rect l="l" t="t" r="r" b="b"/>
              <a:pathLst>
                <a:path w="6567" h="17378" extrusionOk="0">
                  <a:moveTo>
                    <a:pt x="2101" y="0"/>
                  </a:moveTo>
                  <a:cubicBezTo>
                    <a:pt x="2052" y="0"/>
                    <a:pt x="2003" y="11"/>
                    <a:pt x="1955" y="34"/>
                  </a:cubicBezTo>
                  <a:cubicBezTo>
                    <a:pt x="0" y="936"/>
                    <a:pt x="2582" y="14119"/>
                    <a:pt x="6567" y="17378"/>
                  </a:cubicBezTo>
                  <a:cubicBezTo>
                    <a:pt x="6567" y="17378"/>
                    <a:pt x="4040" y="0"/>
                    <a:pt x="2101" y="0"/>
                  </a:cubicBezTo>
                  <a:close/>
                </a:path>
              </a:pathLst>
            </a:custGeom>
            <a:solidFill>
              <a:srgbClr val="597A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18" name="Google Shape;718;p69"/>
            <p:cNvSpPr/>
            <p:nvPr/>
          </p:nvSpPr>
          <p:spPr>
            <a:xfrm>
              <a:off x="2843688" y="2305758"/>
              <a:ext cx="120562" cy="442729"/>
            </a:xfrm>
            <a:custGeom>
              <a:avLst/>
              <a:gdLst/>
              <a:ahLst/>
              <a:cxnLst/>
              <a:rect l="l" t="t" r="r" b="b"/>
              <a:pathLst>
                <a:path w="5171" h="18989" extrusionOk="0">
                  <a:moveTo>
                    <a:pt x="1723" y="0"/>
                  </a:moveTo>
                  <a:cubicBezTo>
                    <a:pt x="0" y="0"/>
                    <a:pt x="460" y="11211"/>
                    <a:pt x="5171" y="18989"/>
                  </a:cubicBezTo>
                  <a:cubicBezTo>
                    <a:pt x="5171" y="18989"/>
                    <a:pt x="3692" y="492"/>
                    <a:pt x="1837" y="16"/>
                  </a:cubicBezTo>
                  <a:cubicBezTo>
                    <a:pt x="1798" y="5"/>
                    <a:pt x="1760" y="0"/>
                    <a:pt x="1723" y="0"/>
                  </a:cubicBezTo>
                  <a:close/>
                </a:path>
              </a:pathLst>
            </a:custGeom>
            <a:solidFill>
              <a:srgbClr val="74A7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19" name="Google Shape;719;p69"/>
            <p:cNvSpPr/>
            <p:nvPr/>
          </p:nvSpPr>
          <p:spPr>
            <a:xfrm>
              <a:off x="3032047" y="2551564"/>
              <a:ext cx="93470" cy="381573"/>
            </a:xfrm>
            <a:custGeom>
              <a:avLst/>
              <a:gdLst/>
              <a:ahLst/>
              <a:cxnLst/>
              <a:rect l="l" t="t" r="r" b="b"/>
              <a:pathLst>
                <a:path w="4009" h="16366" extrusionOk="0">
                  <a:moveTo>
                    <a:pt x="1152" y="1"/>
                  </a:moveTo>
                  <a:cubicBezTo>
                    <a:pt x="1" y="1"/>
                    <a:pt x="84" y="9784"/>
                    <a:pt x="4009" y="16365"/>
                  </a:cubicBezTo>
                  <a:cubicBezTo>
                    <a:pt x="4009" y="16365"/>
                    <a:pt x="3708" y="12781"/>
                    <a:pt x="3257" y="8120"/>
                  </a:cubicBezTo>
                  <a:cubicBezTo>
                    <a:pt x="2781" y="3433"/>
                    <a:pt x="2505" y="576"/>
                    <a:pt x="1252" y="24"/>
                  </a:cubicBezTo>
                  <a:cubicBezTo>
                    <a:pt x="1218" y="9"/>
                    <a:pt x="1184" y="1"/>
                    <a:pt x="1152" y="1"/>
                  </a:cubicBezTo>
                  <a:close/>
                </a:path>
              </a:pathLst>
            </a:custGeom>
            <a:solidFill>
              <a:srgbClr val="74A7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20" name="Google Shape;720;p69"/>
            <p:cNvSpPr/>
            <p:nvPr/>
          </p:nvSpPr>
          <p:spPr>
            <a:xfrm>
              <a:off x="3136007" y="2720199"/>
              <a:ext cx="123919" cy="347906"/>
            </a:xfrm>
            <a:custGeom>
              <a:avLst/>
              <a:gdLst/>
              <a:ahLst/>
              <a:cxnLst/>
              <a:rect l="l" t="t" r="r" b="b"/>
              <a:pathLst>
                <a:path w="5315" h="14922" extrusionOk="0">
                  <a:moveTo>
                    <a:pt x="1428" y="0"/>
                  </a:moveTo>
                  <a:cubicBezTo>
                    <a:pt x="0" y="0"/>
                    <a:pt x="2161" y="10537"/>
                    <a:pt x="5314" y="14922"/>
                  </a:cubicBezTo>
                  <a:cubicBezTo>
                    <a:pt x="5314" y="14922"/>
                    <a:pt x="3084" y="386"/>
                    <a:pt x="1505" y="10"/>
                  </a:cubicBezTo>
                  <a:cubicBezTo>
                    <a:pt x="1478" y="3"/>
                    <a:pt x="1452" y="0"/>
                    <a:pt x="1428" y="0"/>
                  </a:cubicBezTo>
                  <a:close/>
                </a:path>
              </a:pathLst>
            </a:custGeom>
            <a:solidFill>
              <a:srgbClr val="74A7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21" name="Google Shape;721;p69"/>
            <p:cNvSpPr/>
            <p:nvPr/>
          </p:nvSpPr>
          <p:spPr>
            <a:xfrm>
              <a:off x="2948674" y="2966751"/>
              <a:ext cx="311255" cy="104731"/>
            </a:xfrm>
            <a:custGeom>
              <a:avLst/>
              <a:gdLst/>
              <a:ahLst/>
              <a:cxnLst/>
              <a:rect l="l" t="t" r="r" b="b"/>
              <a:pathLst>
                <a:path w="13350" h="4492" extrusionOk="0">
                  <a:moveTo>
                    <a:pt x="511" y="1"/>
                  </a:moveTo>
                  <a:cubicBezTo>
                    <a:pt x="175" y="1"/>
                    <a:pt x="1" y="88"/>
                    <a:pt x="41" y="287"/>
                  </a:cubicBezTo>
                  <a:cubicBezTo>
                    <a:pt x="330" y="1709"/>
                    <a:pt x="5665" y="4492"/>
                    <a:pt x="11221" y="4492"/>
                  </a:cubicBezTo>
                  <a:cubicBezTo>
                    <a:pt x="11930" y="4492"/>
                    <a:pt x="12643" y="4446"/>
                    <a:pt x="13349" y="4347"/>
                  </a:cubicBezTo>
                  <a:cubicBezTo>
                    <a:pt x="13349" y="4347"/>
                    <a:pt x="2888" y="1"/>
                    <a:pt x="511" y="1"/>
                  </a:cubicBezTo>
                  <a:close/>
                </a:path>
              </a:pathLst>
            </a:custGeom>
            <a:solidFill>
              <a:srgbClr val="74A7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22" name="Google Shape;722;p69"/>
            <p:cNvSpPr/>
            <p:nvPr/>
          </p:nvSpPr>
          <p:spPr>
            <a:xfrm>
              <a:off x="3240200" y="2847333"/>
              <a:ext cx="143597" cy="328299"/>
            </a:xfrm>
            <a:custGeom>
              <a:avLst/>
              <a:gdLst/>
              <a:ahLst/>
              <a:cxnLst/>
              <a:rect l="l" t="t" r="r" b="b"/>
              <a:pathLst>
                <a:path w="6159" h="14081" extrusionOk="0">
                  <a:moveTo>
                    <a:pt x="1485" y="1"/>
                  </a:moveTo>
                  <a:cubicBezTo>
                    <a:pt x="0" y="1"/>
                    <a:pt x="2275" y="8411"/>
                    <a:pt x="6159" y="14080"/>
                  </a:cubicBezTo>
                  <a:cubicBezTo>
                    <a:pt x="6159" y="14080"/>
                    <a:pt x="3728" y="998"/>
                    <a:pt x="1748" y="70"/>
                  </a:cubicBezTo>
                  <a:cubicBezTo>
                    <a:pt x="1650" y="23"/>
                    <a:pt x="1562" y="1"/>
                    <a:pt x="1485" y="1"/>
                  </a:cubicBezTo>
                  <a:close/>
                </a:path>
              </a:pathLst>
            </a:custGeom>
            <a:solidFill>
              <a:srgbClr val="74A7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23" name="Google Shape;723;p69"/>
            <p:cNvSpPr/>
            <p:nvPr/>
          </p:nvSpPr>
          <p:spPr>
            <a:xfrm>
              <a:off x="2930932" y="1604385"/>
              <a:ext cx="222635" cy="358771"/>
            </a:xfrm>
            <a:custGeom>
              <a:avLst/>
              <a:gdLst/>
              <a:ahLst/>
              <a:cxnLst/>
              <a:rect l="l" t="t" r="r" b="b"/>
              <a:pathLst>
                <a:path w="9549" h="15388" extrusionOk="0">
                  <a:moveTo>
                    <a:pt x="7295" y="0"/>
                  </a:moveTo>
                  <a:cubicBezTo>
                    <a:pt x="5129" y="0"/>
                    <a:pt x="0" y="15387"/>
                    <a:pt x="0" y="15387"/>
                  </a:cubicBezTo>
                  <a:cubicBezTo>
                    <a:pt x="4135" y="13207"/>
                    <a:pt x="9549" y="1126"/>
                    <a:pt x="7494" y="49"/>
                  </a:cubicBezTo>
                  <a:cubicBezTo>
                    <a:pt x="7431" y="16"/>
                    <a:pt x="7364" y="0"/>
                    <a:pt x="7295" y="0"/>
                  </a:cubicBezTo>
                  <a:close/>
                </a:path>
              </a:pathLst>
            </a:custGeom>
            <a:solidFill>
              <a:srgbClr val="597A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24" name="Google Shape;724;p69"/>
            <p:cNvSpPr/>
            <p:nvPr/>
          </p:nvSpPr>
          <p:spPr>
            <a:xfrm>
              <a:off x="3005725" y="1824801"/>
              <a:ext cx="168894" cy="411230"/>
            </a:xfrm>
            <a:custGeom>
              <a:avLst/>
              <a:gdLst/>
              <a:ahLst/>
              <a:cxnLst/>
              <a:rect l="l" t="t" r="r" b="b"/>
              <a:pathLst>
                <a:path w="7244" h="17638" extrusionOk="0">
                  <a:moveTo>
                    <a:pt x="5176" y="0"/>
                  </a:moveTo>
                  <a:cubicBezTo>
                    <a:pt x="3224" y="0"/>
                    <a:pt x="0" y="17638"/>
                    <a:pt x="0" y="17638"/>
                  </a:cubicBezTo>
                  <a:cubicBezTo>
                    <a:pt x="4236" y="13778"/>
                    <a:pt x="7243" y="1121"/>
                    <a:pt x="5338" y="43"/>
                  </a:cubicBezTo>
                  <a:cubicBezTo>
                    <a:pt x="5285" y="15"/>
                    <a:pt x="5231" y="0"/>
                    <a:pt x="5176" y="0"/>
                  </a:cubicBezTo>
                  <a:close/>
                </a:path>
              </a:pathLst>
            </a:custGeom>
            <a:solidFill>
              <a:srgbClr val="597A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25" name="Google Shape;725;p69"/>
            <p:cNvSpPr/>
            <p:nvPr/>
          </p:nvSpPr>
          <p:spPr>
            <a:xfrm>
              <a:off x="3072335" y="2101569"/>
              <a:ext cx="143177" cy="353595"/>
            </a:xfrm>
            <a:custGeom>
              <a:avLst/>
              <a:gdLst/>
              <a:ahLst/>
              <a:cxnLst/>
              <a:rect l="l" t="t" r="r" b="b"/>
              <a:pathLst>
                <a:path w="6141" h="15166" extrusionOk="0">
                  <a:moveTo>
                    <a:pt x="4901" y="1"/>
                  </a:moveTo>
                  <a:cubicBezTo>
                    <a:pt x="3573" y="1"/>
                    <a:pt x="0" y="15165"/>
                    <a:pt x="0" y="15165"/>
                  </a:cubicBezTo>
                  <a:cubicBezTo>
                    <a:pt x="2983" y="10228"/>
                    <a:pt x="6141" y="3436"/>
                    <a:pt x="5188" y="353"/>
                  </a:cubicBezTo>
                  <a:cubicBezTo>
                    <a:pt x="5111" y="112"/>
                    <a:pt x="5014" y="1"/>
                    <a:pt x="4901" y="1"/>
                  </a:cubicBezTo>
                  <a:close/>
                </a:path>
              </a:pathLst>
            </a:custGeom>
            <a:solidFill>
              <a:srgbClr val="597A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26" name="Google Shape;726;p69"/>
            <p:cNvSpPr/>
            <p:nvPr/>
          </p:nvSpPr>
          <p:spPr>
            <a:xfrm>
              <a:off x="3157060" y="2303030"/>
              <a:ext cx="153692" cy="405145"/>
            </a:xfrm>
            <a:custGeom>
              <a:avLst/>
              <a:gdLst/>
              <a:ahLst/>
              <a:cxnLst/>
              <a:rect l="l" t="t" r="r" b="b"/>
              <a:pathLst>
                <a:path w="6592" h="17377" extrusionOk="0">
                  <a:moveTo>
                    <a:pt x="4494" y="0"/>
                  </a:moveTo>
                  <a:cubicBezTo>
                    <a:pt x="2554" y="0"/>
                    <a:pt x="0" y="17376"/>
                    <a:pt x="0" y="17376"/>
                  </a:cubicBezTo>
                  <a:cubicBezTo>
                    <a:pt x="3985" y="14143"/>
                    <a:pt x="6592" y="960"/>
                    <a:pt x="4637" y="33"/>
                  </a:cubicBezTo>
                  <a:cubicBezTo>
                    <a:pt x="4590" y="11"/>
                    <a:pt x="4542" y="0"/>
                    <a:pt x="4494" y="0"/>
                  </a:cubicBezTo>
                  <a:close/>
                </a:path>
              </a:pathLst>
            </a:custGeom>
            <a:solidFill>
              <a:srgbClr val="597A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27" name="Google Shape;727;p69"/>
            <p:cNvSpPr/>
            <p:nvPr/>
          </p:nvSpPr>
          <p:spPr>
            <a:xfrm>
              <a:off x="2761458" y="2161697"/>
              <a:ext cx="310906" cy="293466"/>
            </a:xfrm>
            <a:custGeom>
              <a:avLst/>
              <a:gdLst/>
              <a:ahLst/>
              <a:cxnLst/>
              <a:rect l="l" t="t" r="r" b="b"/>
              <a:pathLst>
                <a:path w="13335" h="12587" extrusionOk="0">
                  <a:moveTo>
                    <a:pt x="1705" y="1"/>
                  </a:moveTo>
                  <a:cubicBezTo>
                    <a:pt x="1688" y="1"/>
                    <a:pt x="1671" y="2"/>
                    <a:pt x="1655" y="5"/>
                  </a:cubicBezTo>
                  <a:cubicBezTo>
                    <a:pt x="1" y="255"/>
                    <a:pt x="7495" y="10556"/>
                    <a:pt x="13334" y="12586"/>
                  </a:cubicBezTo>
                  <a:cubicBezTo>
                    <a:pt x="13334" y="12586"/>
                    <a:pt x="3502" y="1"/>
                    <a:pt x="1705" y="1"/>
                  </a:cubicBezTo>
                  <a:close/>
                </a:path>
              </a:pathLst>
            </a:custGeom>
            <a:solidFill>
              <a:srgbClr val="597A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28" name="Google Shape;728;p69"/>
            <p:cNvSpPr/>
            <p:nvPr/>
          </p:nvSpPr>
          <p:spPr>
            <a:xfrm>
              <a:off x="2856838" y="2422378"/>
              <a:ext cx="300251" cy="285795"/>
            </a:xfrm>
            <a:custGeom>
              <a:avLst/>
              <a:gdLst/>
              <a:ahLst/>
              <a:cxnLst/>
              <a:rect l="l" t="t" r="r" b="b"/>
              <a:pathLst>
                <a:path w="12878" h="12258" extrusionOk="0">
                  <a:moveTo>
                    <a:pt x="1690" y="0"/>
                  </a:moveTo>
                  <a:cubicBezTo>
                    <a:pt x="0" y="0"/>
                    <a:pt x="6154" y="11386"/>
                    <a:pt x="12877" y="12257"/>
                  </a:cubicBezTo>
                  <a:cubicBezTo>
                    <a:pt x="12877" y="12257"/>
                    <a:pt x="3529" y="177"/>
                    <a:pt x="1724" y="2"/>
                  </a:cubicBezTo>
                  <a:cubicBezTo>
                    <a:pt x="1713" y="1"/>
                    <a:pt x="1701" y="0"/>
                    <a:pt x="1690" y="0"/>
                  </a:cubicBezTo>
                  <a:close/>
                </a:path>
              </a:pathLst>
            </a:custGeom>
            <a:solidFill>
              <a:srgbClr val="597A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29" name="Google Shape;729;p69"/>
            <p:cNvSpPr/>
            <p:nvPr/>
          </p:nvSpPr>
          <p:spPr>
            <a:xfrm>
              <a:off x="3702225" y="2680097"/>
              <a:ext cx="2633056" cy="513070"/>
            </a:xfrm>
            <a:custGeom>
              <a:avLst/>
              <a:gdLst/>
              <a:ahLst/>
              <a:cxnLst/>
              <a:rect l="l" t="t" r="r" b="b"/>
              <a:pathLst>
                <a:path w="112934" h="22006" extrusionOk="0">
                  <a:moveTo>
                    <a:pt x="44337" y="0"/>
                  </a:moveTo>
                  <a:lnTo>
                    <a:pt x="1" y="7669"/>
                  </a:lnTo>
                  <a:lnTo>
                    <a:pt x="81380" y="22005"/>
                  </a:lnTo>
                  <a:lnTo>
                    <a:pt x="112934" y="10827"/>
                  </a:lnTo>
                  <a:lnTo>
                    <a:pt x="4433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30" name="Google Shape;730;p69"/>
            <p:cNvSpPr/>
            <p:nvPr/>
          </p:nvSpPr>
          <p:spPr>
            <a:xfrm>
              <a:off x="6162849" y="2882865"/>
              <a:ext cx="176495" cy="49684"/>
            </a:xfrm>
            <a:custGeom>
              <a:avLst/>
              <a:gdLst/>
              <a:ahLst/>
              <a:cxnLst/>
              <a:rect l="l" t="t" r="r" b="b"/>
              <a:pathLst>
                <a:path w="7570" h="2131" extrusionOk="0">
                  <a:moveTo>
                    <a:pt x="201" y="0"/>
                  </a:moveTo>
                  <a:lnTo>
                    <a:pt x="0" y="952"/>
                  </a:lnTo>
                  <a:lnTo>
                    <a:pt x="7394" y="2130"/>
                  </a:lnTo>
                  <a:lnTo>
                    <a:pt x="7569" y="1078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31" name="Google Shape;731;p69"/>
            <p:cNvSpPr/>
            <p:nvPr/>
          </p:nvSpPr>
          <p:spPr>
            <a:xfrm>
              <a:off x="5517151" y="2540443"/>
              <a:ext cx="769022" cy="611226"/>
            </a:xfrm>
            <a:custGeom>
              <a:avLst/>
              <a:gdLst/>
              <a:ahLst/>
              <a:cxnLst/>
              <a:rect l="l" t="t" r="r" b="b"/>
              <a:pathLst>
                <a:path w="32984" h="26216" extrusionOk="0">
                  <a:moveTo>
                    <a:pt x="32984" y="0"/>
                  </a:moveTo>
                  <a:lnTo>
                    <a:pt x="1580" y="9725"/>
                  </a:lnTo>
                  <a:cubicBezTo>
                    <a:pt x="1" y="14361"/>
                    <a:pt x="2708" y="26216"/>
                    <a:pt x="2708" y="26216"/>
                  </a:cubicBezTo>
                  <a:lnTo>
                    <a:pt x="30277" y="17218"/>
                  </a:lnTo>
                  <a:cubicBezTo>
                    <a:pt x="30277" y="17218"/>
                    <a:pt x="29500" y="6216"/>
                    <a:pt x="329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32" name="Google Shape;732;p69"/>
            <p:cNvSpPr/>
            <p:nvPr/>
          </p:nvSpPr>
          <p:spPr>
            <a:xfrm>
              <a:off x="3661914" y="2457466"/>
              <a:ext cx="1976249" cy="735705"/>
            </a:xfrm>
            <a:custGeom>
              <a:avLst/>
              <a:gdLst/>
              <a:ahLst/>
              <a:cxnLst/>
              <a:rect l="l" t="t" r="r" b="b"/>
              <a:pathLst>
                <a:path w="84763" h="31555" extrusionOk="0">
                  <a:moveTo>
                    <a:pt x="3384" y="0"/>
                  </a:moveTo>
                  <a:cubicBezTo>
                    <a:pt x="1" y="8096"/>
                    <a:pt x="1730" y="17218"/>
                    <a:pt x="1730" y="17218"/>
                  </a:cubicBezTo>
                  <a:lnTo>
                    <a:pt x="83109" y="31554"/>
                  </a:lnTo>
                  <a:cubicBezTo>
                    <a:pt x="83109" y="31554"/>
                    <a:pt x="81329" y="23183"/>
                    <a:pt x="84763" y="14336"/>
                  </a:cubicBezTo>
                  <a:lnTo>
                    <a:pt x="338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33" name="Google Shape;733;p69"/>
            <p:cNvSpPr/>
            <p:nvPr/>
          </p:nvSpPr>
          <p:spPr>
            <a:xfrm>
              <a:off x="5610059" y="2531094"/>
              <a:ext cx="763753" cy="294515"/>
            </a:xfrm>
            <a:custGeom>
              <a:avLst/>
              <a:gdLst/>
              <a:ahLst/>
              <a:cxnLst/>
              <a:rect l="l" t="t" r="r" b="b"/>
              <a:pathLst>
                <a:path w="32758" h="12632" extrusionOk="0">
                  <a:moveTo>
                    <a:pt x="32758" y="0"/>
                  </a:moveTo>
                  <a:lnTo>
                    <a:pt x="277" y="10426"/>
                  </a:lnTo>
                  <a:lnTo>
                    <a:pt x="1" y="12632"/>
                  </a:lnTo>
                  <a:lnTo>
                    <a:pt x="32482" y="1153"/>
                  </a:lnTo>
                  <a:lnTo>
                    <a:pt x="3275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34" name="Google Shape;734;p69"/>
            <p:cNvSpPr/>
            <p:nvPr/>
          </p:nvSpPr>
          <p:spPr>
            <a:xfrm>
              <a:off x="3757178" y="2281593"/>
              <a:ext cx="2633033" cy="512487"/>
            </a:xfrm>
            <a:custGeom>
              <a:avLst/>
              <a:gdLst/>
              <a:ahLst/>
              <a:cxnLst/>
              <a:rect l="l" t="t" r="r" b="b"/>
              <a:pathLst>
                <a:path w="112933" h="21981" extrusionOk="0">
                  <a:moveTo>
                    <a:pt x="44336" y="0"/>
                  </a:moveTo>
                  <a:lnTo>
                    <a:pt x="0" y="7644"/>
                  </a:lnTo>
                  <a:lnTo>
                    <a:pt x="81379" y="21980"/>
                  </a:lnTo>
                  <a:lnTo>
                    <a:pt x="112933" y="10802"/>
                  </a:lnTo>
                  <a:lnTo>
                    <a:pt x="443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35" name="Google Shape;735;p69"/>
            <p:cNvSpPr/>
            <p:nvPr/>
          </p:nvSpPr>
          <p:spPr>
            <a:xfrm>
              <a:off x="4150425" y="2337676"/>
              <a:ext cx="1885088" cy="342451"/>
            </a:xfrm>
            <a:custGeom>
              <a:avLst/>
              <a:gdLst/>
              <a:ahLst/>
              <a:cxnLst/>
              <a:rect l="l" t="t" r="r" b="b"/>
              <a:pathLst>
                <a:path w="80853" h="14688" extrusionOk="0">
                  <a:moveTo>
                    <a:pt x="27820" y="0"/>
                  </a:moveTo>
                  <a:lnTo>
                    <a:pt x="0" y="4963"/>
                  </a:lnTo>
                  <a:lnTo>
                    <a:pt x="60527" y="14687"/>
                  </a:lnTo>
                  <a:lnTo>
                    <a:pt x="80853" y="8697"/>
                  </a:lnTo>
                  <a:lnTo>
                    <a:pt x="278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36" name="Google Shape;736;p69"/>
            <p:cNvSpPr/>
            <p:nvPr/>
          </p:nvSpPr>
          <p:spPr>
            <a:xfrm>
              <a:off x="5791797" y="2089329"/>
              <a:ext cx="152527" cy="274091"/>
            </a:xfrm>
            <a:custGeom>
              <a:avLst/>
              <a:gdLst/>
              <a:ahLst/>
              <a:cxnLst/>
              <a:rect l="l" t="t" r="r" b="b"/>
              <a:pathLst>
                <a:path w="6542" h="11756" extrusionOk="0">
                  <a:moveTo>
                    <a:pt x="602" y="1"/>
                  </a:moveTo>
                  <a:lnTo>
                    <a:pt x="0" y="11154"/>
                  </a:lnTo>
                  <a:lnTo>
                    <a:pt x="4888" y="11755"/>
                  </a:lnTo>
                  <a:cubicBezTo>
                    <a:pt x="4888" y="11755"/>
                    <a:pt x="6542" y="5590"/>
                    <a:pt x="48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37" name="Google Shape;737;p69"/>
            <p:cNvSpPr/>
            <p:nvPr/>
          </p:nvSpPr>
          <p:spPr>
            <a:xfrm>
              <a:off x="3648485" y="2329492"/>
              <a:ext cx="122147" cy="57285"/>
            </a:xfrm>
            <a:custGeom>
              <a:avLst/>
              <a:gdLst/>
              <a:ahLst/>
              <a:cxnLst/>
              <a:rect l="l" t="t" r="r" b="b"/>
              <a:pathLst>
                <a:path w="5239" h="2457" extrusionOk="0">
                  <a:moveTo>
                    <a:pt x="5238" y="1"/>
                  </a:moveTo>
                  <a:lnTo>
                    <a:pt x="0" y="1254"/>
                  </a:lnTo>
                  <a:lnTo>
                    <a:pt x="226" y="2457"/>
                  </a:lnTo>
                  <a:lnTo>
                    <a:pt x="5238" y="1855"/>
                  </a:lnTo>
                  <a:lnTo>
                    <a:pt x="5238" y="1"/>
                  </a:lnTo>
                  <a:close/>
                </a:path>
              </a:pathLst>
            </a:custGeom>
            <a:solidFill>
              <a:srgbClr val="F89E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38" name="Google Shape;738;p69"/>
            <p:cNvSpPr/>
            <p:nvPr/>
          </p:nvSpPr>
          <p:spPr>
            <a:xfrm>
              <a:off x="3653731" y="2176992"/>
              <a:ext cx="2252066" cy="408479"/>
            </a:xfrm>
            <a:custGeom>
              <a:avLst/>
              <a:gdLst/>
              <a:ahLst/>
              <a:cxnLst/>
              <a:rect l="l" t="t" r="r" b="b"/>
              <a:pathLst>
                <a:path w="96593" h="17520" extrusionOk="0">
                  <a:moveTo>
                    <a:pt x="34161" y="0"/>
                  </a:moveTo>
                  <a:lnTo>
                    <a:pt x="1" y="8998"/>
                  </a:lnTo>
                  <a:lnTo>
                    <a:pt x="58547" y="17519"/>
                  </a:lnTo>
                  <a:lnTo>
                    <a:pt x="96593" y="7995"/>
                  </a:lnTo>
                  <a:lnTo>
                    <a:pt x="341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39" name="Google Shape;739;p69"/>
            <p:cNvSpPr/>
            <p:nvPr/>
          </p:nvSpPr>
          <p:spPr>
            <a:xfrm>
              <a:off x="3704580" y="2092849"/>
              <a:ext cx="2188369" cy="458723"/>
            </a:xfrm>
            <a:custGeom>
              <a:avLst/>
              <a:gdLst/>
              <a:ahLst/>
              <a:cxnLst/>
              <a:rect l="l" t="t" r="r" b="b"/>
              <a:pathLst>
                <a:path w="93861" h="19675" extrusionOk="0">
                  <a:moveTo>
                    <a:pt x="91605" y="0"/>
                  </a:moveTo>
                  <a:lnTo>
                    <a:pt x="0" y="602"/>
                  </a:lnTo>
                  <a:cubicBezTo>
                    <a:pt x="2431" y="3709"/>
                    <a:pt x="852" y="12356"/>
                    <a:pt x="852" y="12356"/>
                  </a:cubicBezTo>
                  <a:lnTo>
                    <a:pt x="55765" y="19674"/>
                  </a:lnTo>
                  <a:lnTo>
                    <a:pt x="92031" y="11028"/>
                  </a:lnTo>
                  <a:cubicBezTo>
                    <a:pt x="93860" y="7118"/>
                    <a:pt x="91605" y="0"/>
                    <a:pt x="916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40" name="Google Shape;740;p69"/>
            <p:cNvSpPr/>
            <p:nvPr/>
          </p:nvSpPr>
          <p:spPr>
            <a:xfrm>
              <a:off x="5004696" y="2106861"/>
              <a:ext cx="878882" cy="444710"/>
            </a:xfrm>
            <a:custGeom>
              <a:avLst/>
              <a:gdLst/>
              <a:ahLst/>
              <a:cxnLst/>
              <a:rect l="l" t="t" r="r" b="b"/>
              <a:pathLst>
                <a:path w="37696" h="19074" extrusionOk="0">
                  <a:moveTo>
                    <a:pt x="36292" y="1"/>
                  </a:moveTo>
                  <a:lnTo>
                    <a:pt x="602" y="8773"/>
                  </a:lnTo>
                  <a:cubicBezTo>
                    <a:pt x="602" y="8773"/>
                    <a:pt x="928" y="14011"/>
                    <a:pt x="1" y="19073"/>
                  </a:cubicBezTo>
                  <a:lnTo>
                    <a:pt x="36267" y="10427"/>
                  </a:lnTo>
                  <a:cubicBezTo>
                    <a:pt x="37695" y="6467"/>
                    <a:pt x="36292" y="1"/>
                    <a:pt x="362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41" name="Google Shape;741;p69"/>
            <p:cNvSpPr/>
            <p:nvPr/>
          </p:nvSpPr>
          <p:spPr>
            <a:xfrm>
              <a:off x="3791637" y="2330565"/>
              <a:ext cx="1636177" cy="174839"/>
            </a:xfrm>
            <a:custGeom>
              <a:avLst/>
              <a:gdLst/>
              <a:ahLst/>
              <a:cxnLst/>
              <a:rect l="l" t="t" r="r" b="b"/>
              <a:pathLst>
                <a:path w="70177" h="7499" extrusionOk="0">
                  <a:moveTo>
                    <a:pt x="212" y="1"/>
                  </a:moveTo>
                  <a:cubicBezTo>
                    <a:pt x="106" y="1"/>
                    <a:pt x="23" y="90"/>
                    <a:pt x="1" y="180"/>
                  </a:cubicBezTo>
                  <a:cubicBezTo>
                    <a:pt x="1" y="305"/>
                    <a:pt x="76" y="406"/>
                    <a:pt x="176" y="431"/>
                  </a:cubicBezTo>
                  <a:lnTo>
                    <a:pt x="52332" y="7473"/>
                  </a:lnTo>
                  <a:lnTo>
                    <a:pt x="52357" y="7498"/>
                  </a:lnTo>
                  <a:lnTo>
                    <a:pt x="52407" y="7473"/>
                  </a:lnTo>
                  <a:lnTo>
                    <a:pt x="70001" y="3438"/>
                  </a:lnTo>
                  <a:cubicBezTo>
                    <a:pt x="70126" y="3413"/>
                    <a:pt x="70176" y="3313"/>
                    <a:pt x="70151" y="3188"/>
                  </a:cubicBezTo>
                  <a:cubicBezTo>
                    <a:pt x="70130" y="3101"/>
                    <a:pt x="70051" y="3032"/>
                    <a:pt x="69949" y="3032"/>
                  </a:cubicBezTo>
                  <a:cubicBezTo>
                    <a:pt x="69933" y="3032"/>
                    <a:pt x="69917" y="3034"/>
                    <a:pt x="69901" y="3037"/>
                  </a:cubicBezTo>
                  <a:lnTo>
                    <a:pt x="52357" y="7072"/>
                  </a:lnTo>
                  <a:lnTo>
                    <a:pt x="251" y="5"/>
                  </a:lnTo>
                  <a:cubicBezTo>
                    <a:pt x="238" y="2"/>
                    <a:pt x="225" y="1"/>
                    <a:pt x="2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42" name="Google Shape;742;p69"/>
            <p:cNvSpPr/>
            <p:nvPr/>
          </p:nvSpPr>
          <p:spPr>
            <a:xfrm>
              <a:off x="3916673" y="2284495"/>
              <a:ext cx="1726756" cy="156047"/>
            </a:xfrm>
            <a:custGeom>
              <a:avLst/>
              <a:gdLst/>
              <a:ahLst/>
              <a:cxnLst/>
              <a:rect l="l" t="t" r="r" b="b"/>
              <a:pathLst>
                <a:path w="74062" h="6693" extrusionOk="0">
                  <a:moveTo>
                    <a:pt x="252" y="1"/>
                  </a:moveTo>
                  <a:cubicBezTo>
                    <a:pt x="126" y="1"/>
                    <a:pt x="26" y="76"/>
                    <a:pt x="26" y="201"/>
                  </a:cubicBezTo>
                  <a:cubicBezTo>
                    <a:pt x="1" y="301"/>
                    <a:pt x="76" y="402"/>
                    <a:pt x="201" y="427"/>
                  </a:cubicBezTo>
                  <a:lnTo>
                    <a:pt x="47219" y="6692"/>
                  </a:lnTo>
                  <a:lnTo>
                    <a:pt x="47269" y="6692"/>
                  </a:lnTo>
                  <a:lnTo>
                    <a:pt x="73886" y="1354"/>
                  </a:lnTo>
                  <a:cubicBezTo>
                    <a:pt x="73986" y="1329"/>
                    <a:pt x="74062" y="1229"/>
                    <a:pt x="74036" y="1103"/>
                  </a:cubicBezTo>
                  <a:cubicBezTo>
                    <a:pt x="74036" y="1016"/>
                    <a:pt x="73942" y="948"/>
                    <a:pt x="73851" y="948"/>
                  </a:cubicBezTo>
                  <a:cubicBezTo>
                    <a:pt x="73838" y="948"/>
                    <a:pt x="73824" y="950"/>
                    <a:pt x="73811" y="953"/>
                  </a:cubicBezTo>
                  <a:lnTo>
                    <a:pt x="47219" y="6291"/>
                  </a:lnTo>
                  <a:lnTo>
                    <a:pt x="25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43" name="Google Shape;743;p69"/>
            <p:cNvSpPr/>
            <p:nvPr/>
          </p:nvSpPr>
          <p:spPr>
            <a:xfrm>
              <a:off x="3813250" y="2180372"/>
              <a:ext cx="1992034" cy="195893"/>
            </a:xfrm>
            <a:custGeom>
              <a:avLst/>
              <a:gdLst/>
              <a:ahLst/>
              <a:cxnLst/>
              <a:rect l="l" t="t" r="r" b="b"/>
              <a:pathLst>
                <a:path w="85440" h="8402" extrusionOk="0">
                  <a:moveTo>
                    <a:pt x="85212" y="1"/>
                  </a:moveTo>
                  <a:cubicBezTo>
                    <a:pt x="85197" y="1"/>
                    <a:pt x="85181" y="2"/>
                    <a:pt x="85164" y="6"/>
                  </a:cubicBezTo>
                  <a:lnTo>
                    <a:pt x="51756" y="7976"/>
                  </a:lnTo>
                  <a:lnTo>
                    <a:pt x="251" y="1183"/>
                  </a:lnTo>
                  <a:cubicBezTo>
                    <a:pt x="126" y="1183"/>
                    <a:pt x="26" y="1259"/>
                    <a:pt x="26" y="1359"/>
                  </a:cubicBezTo>
                  <a:cubicBezTo>
                    <a:pt x="1" y="1484"/>
                    <a:pt x="76" y="1584"/>
                    <a:pt x="201" y="1610"/>
                  </a:cubicBezTo>
                  <a:lnTo>
                    <a:pt x="51730" y="8402"/>
                  </a:lnTo>
                  <a:lnTo>
                    <a:pt x="51806" y="8402"/>
                  </a:lnTo>
                  <a:lnTo>
                    <a:pt x="85264" y="407"/>
                  </a:lnTo>
                  <a:cubicBezTo>
                    <a:pt x="85365" y="381"/>
                    <a:pt x="85440" y="281"/>
                    <a:pt x="85415" y="156"/>
                  </a:cubicBezTo>
                  <a:cubicBezTo>
                    <a:pt x="85393" y="69"/>
                    <a:pt x="85315" y="1"/>
                    <a:pt x="852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44" name="Google Shape;744;p69"/>
            <p:cNvSpPr/>
            <p:nvPr/>
          </p:nvSpPr>
          <p:spPr>
            <a:xfrm>
              <a:off x="3653731" y="2090494"/>
              <a:ext cx="2238053" cy="244877"/>
            </a:xfrm>
            <a:custGeom>
              <a:avLst/>
              <a:gdLst/>
              <a:ahLst/>
              <a:cxnLst/>
              <a:rect l="l" t="t" r="r" b="b"/>
              <a:pathLst>
                <a:path w="95992" h="10503" extrusionOk="0">
                  <a:moveTo>
                    <a:pt x="95365" y="1"/>
                  </a:moveTo>
                  <a:lnTo>
                    <a:pt x="1" y="978"/>
                  </a:lnTo>
                  <a:lnTo>
                    <a:pt x="251" y="2031"/>
                  </a:lnTo>
                  <a:lnTo>
                    <a:pt x="58572" y="10502"/>
                  </a:lnTo>
                  <a:lnTo>
                    <a:pt x="95991" y="1379"/>
                  </a:lnTo>
                  <a:lnTo>
                    <a:pt x="95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45" name="Google Shape;745;p69"/>
            <p:cNvSpPr/>
            <p:nvPr/>
          </p:nvSpPr>
          <p:spPr>
            <a:xfrm>
              <a:off x="3653731" y="1902928"/>
              <a:ext cx="2252066" cy="408479"/>
            </a:xfrm>
            <a:custGeom>
              <a:avLst/>
              <a:gdLst/>
              <a:ahLst/>
              <a:cxnLst/>
              <a:rect l="l" t="t" r="r" b="b"/>
              <a:pathLst>
                <a:path w="96593" h="17520" extrusionOk="0">
                  <a:moveTo>
                    <a:pt x="34161" y="1"/>
                  </a:moveTo>
                  <a:lnTo>
                    <a:pt x="1" y="9023"/>
                  </a:lnTo>
                  <a:lnTo>
                    <a:pt x="58547" y="17520"/>
                  </a:lnTo>
                  <a:lnTo>
                    <a:pt x="96593" y="7996"/>
                  </a:lnTo>
                  <a:lnTo>
                    <a:pt x="3416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46" name="Google Shape;746;p69"/>
            <p:cNvSpPr/>
            <p:nvPr/>
          </p:nvSpPr>
          <p:spPr>
            <a:xfrm>
              <a:off x="4000839" y="1950840"/>
              <a:ext cx="837358" cy="209812"/>
            </a:xfrm>
            <a:custGeom>
              <a:avLst/>
              <a:gdLst/>
              <a:ahLst/>
              <a:cxnLst/>
              <a:rect l="l" t="t" r="r" b="b"/>
              <a:pathLst>
                <a:path w="35915" h="8999" extrusionOk="0">
                  <a:moveTo>
                    <a:pt x="19875" y="1"/>
                  </a:moveTo>
                  <a:lnTo>
                    <a:pt x="0" y="6392"/>
                  </a:lnTo>
                  <a:lnTo>
                    <a:pt x="17694" y="8998"/>
                  </a:lnTo>
                  <a:lnTo>
                    <a:pt x="35915" y="2006"/>
                  </a:lnTo>
                  <a:lnTo>
                    <a:pt x="198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47" name="Google Shape;747;p69"/>
            <p:cNvSpPr/>
            <p:nvPr/>
          </p:nvSpPr>
          <p:spPr>
            <a:xfrm>
              <a:off x="3834885" y="1916381"/>
              <a:ext cx="619992" cy="188199"/>
            </a:xfrm>
            <a:custGeom>
              <a:avLst/>
              <a:gdLst/>
              <a:ahLst/>
              <a:cxnLst/>
              <a:rect l="l" t="t" r="r" b="b"/>
              <a:pathLst>
                <a:path w="26592" h="8072" extrusionOk="0">
                  <a:moveTo>
                    <a:pt x="26393" y="0"/>
                  </a:moveTo>
                  <a:cubicBezTo>
                    <a:pt x="26330" y="0"/>
                    <a:pt x="26274" y="34"/>
                    <a:pt x="26241" y="100"/>
                  </a:cubicBezTo>
                  <a:lnTo>
                    <a:pt x="25" y="7795"/>
                  </a:lnTo>
                  <a:cubicBezTo>
                    <a:pt x="0" y="7895"/>
                    <a:pt x="25" y="7995"/>
                    <a:pt x="100" y="8045"/>
                  </a:cubicBezTo>
                  <a:cubicBezTo>
                    <a:pt x="136" y="8063"/>
                    <a:pt x="171" y="8071"/>
                    <a:pt x="205" y="8071"/>
                  </a:cubicBezTo>
                  <a:cubicBezTo>
                    <a:pt x="265" y="8071"/>
                    <a:pt x="319" y="8044"/>
                    <a:pt x="351" y="7995"/>
                  </a:cubicBezTo>
                  <a:lnTo>
                    <a:pt x="26542" y="276"/>
                  </a:lnTo>
                  <a:lnTo>
                    <a:pt x="26567" y="226"/>
                  </a:lnTo>
                  <a:cubicBezTo>
                    <a:pt x="26592" y="151"/>
                    <a:pt x="26542" y="75"/>
                    <a:pt x="26492" y="25"/>
                  </a:cubicBezTo>
                  <a:cubicBezTo>
                    <a:pt x="26458" y="9"/>
                    <a:pt x="26425" y="0"/>
                    <a:pt x="26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48" name="Google Shape;748;p69"/>
            <p:cNvSpPr/>
            <p:nvPr/>
          </p:nvSpPr>
          <p:spPr>
            <a:xfrm>
              <a:off x="3834885" y="1916381"/>
              <a:ext cx="1925423" cy="366978"/>
            </a:xfrm>
            <a:custGeom>
              <a:avLst/>
              <a:gdLst/>
              <a:ahLst/>
              <a:cxnLst/>
              <a:rect l="l" t="t" r="r" b="b"/>
              <a:pathLst>
                <a:path w="82583" h="15740" extrusionOk="0">
                  <a:moveTo>
                    <a:pt x="26416" y="0"/>
                  </a:moveTo>
                  <a:cubicBezTo>
                    <a:pt x="26316" y="0"/>
                    <a:pt x="26216" y="50"/>
                    <a:pt x="26216" y="151"/>
                  </a:cubicBezTo>
                  <a:cubicBezTo>
                    <a:pt x="26191" y="251"/>
                    <a:pt x="26266" y="351"/>
                    <a:pt x="26366" y="376"/>
                  </a:cubicBezTo>
                  <a:lnTo>
                    <a:pt x="80903" y="7669"/>
                  </a:lnTo>
                  <a:lnTo>
                    <a:pt x="49349" y="15339"/>
                  </a:lnTo>
                  <a:lnTo>
                    <a:pt x="226" y="7719"/>
                  </a:lnTo>
                  <a:cubicBezTo>
                    <a:pt x="213" y="7716"/>
                    <a:pt x="199" y="7715"/>
                    <a:pt x="186" y="7715"/>
                  </a:cubicBezTo>
                  <a:cubicBezTo>
                    <a:pt x="101" y="7715"/>
                    <a:pt x="25" y="7783"/>
                    <a:pt x="25" y="7870"/>
                  </a:cubicBezTo>
                  <a:cubicBezTo>
                    <a:pt x="0" y="7970"/>
                    <a:pt x="75" y="8070"/>
                    <a:pt x="176" y="8070"/>
                  </a:cubicBezTo>
                  <a:lnTo>
                    <a:pt x="49449" y="15740"/>
                  </a:lnTo>
                  <a:cubicBezTo>
                    <a:pt x="49449" y="15740"/>
                    <a:pt x="49449" y="15740"/>
                    <a:pt x="49450" y="15740"/>
                  </a:cubicBezTo>
                  <a:cubicBezTo>
                    <a:pt x="49628" y="15740"/>
                    <a:pt x="82557" y="7770"/>
                    <a:pt x="82557" y="7770"/>
                  </a:cubicBezTo>
                  <a:lnTo>
                    <a:pt x="82582" y="7719"/>
                  </a:lnTo>
                  <a:lnTo>
                    <a:pt x="82557" y="7594"/>
                  </a:lnTo>
                  <a:cubicBezTo>
                    <a:pt x="82532" y="7544"/>
                    <a:pt x="82482" y="7519"/>
                    <a:pt x="82432" y="7494"/>
                  </a:cubicBezTo>
                  <a:lnTo>
                    <a:pt x="264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49" name="Google Shape;749;p69"/>
            <p:cNvSpPr/>
            <p:nvPr/>
          </p:nvSpPr>
          <p:spPr>
            <a:xfrm>
              <a:off x="3016240" y="1753925"/>
              <a:ext cx="885877" cy="428926"/>
            </a:xfrm>
            <a:custGeom>
              <a:avLst/>
              <a:gdLst/>
              <a:ahLst/>
              <a:cxnLst/>
              <a:rect l="l" t="t" r="r" b="b"/>
              <a:pathLst>
                <a:path w="37996" h="18397" extrusionOk="0">
                  <a:moveTo>
                    <a:pt x="29123" y="1"/>
                  </a:moveTo>
                  <a:lnTo>
                    <a:pt x="0" y="18397"/>
                  </a:lnTo>
                  <a:cubicBezTo>
                    <a:pt x="4511" y="18397"/>
                    <a:pt x="8923" y="17169"/>
                    <a:pt x="13158" y="15590"/>
                  </a:cubicBezTo>
                  <a:cubicBezTo>
                    <a:pt x="14862" y="14938"/>
                    <a:pt x="16517" y="14161"/>
                    <a:pt x="18221" y="13484"/>
                  </a:cubicBezTo>
                  <a:cubicBezTo>
                    <a:pt x="20101" y="12733"/>
                    <a:pt x="22005" y="12106"/>
                    <a:pt x="23910" y="11454"/>
                  </a:cubicBezTo>
                  <a:cubicBezTo>
                    <a:pt x="28472" y="9901"/>
                    <a:pt x="33434" y="8196"/>
                    <a:pt x="37995" y="6642"/>
                  </a:cubicBezTo>
                  <a:lnTo>
                    <a:pt x="291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50" name="Google Shape;750;p69"/>
            <p:cNvSpPr/>
            <p:nvPr/>
          </p:nvSpPr>
          <p:spPr>
            <a:xfrm>
              <a:off x="2790671" y="1627723"/>
              <a:ext cx="381014" cy="993965"/>
            </a:xfrm>
            <a:custGeom>
              <a:avLst/>
              <a:gdLst/>
              <a:ahLst/>
              <a:cxnLst/>
              <a:rect l="l" t="t" r="r" b="b"/>
              <a:pathLst>
                <a:path w="16342" h="42632" extrusionOk="0">
                  <a:moveTo>
                    <a:pt x="16166" y="0"/>
                  </a:moveTo>
                  <a:cubicBezTo>
                    <a:pt x="7921" y="14486"/>
                    <a:pt x="9775" y="9950"/>
                    <a:pt x="3084" y="25213"/>
                  </a:cubicBezTo>
                  <a:lnTo>
                    <a:pt x="1" y="42632"/>
                  </a:lnTo>
                  <a:cubicBezTo>
                    <a:pt x="5239" y="34963"/>
                    <a:pt x="10678" y="27444"/>
                    <a:pt x="16342" y="20075"/>
                  </a:cubicBezTo>
                  <a:lnTo>
                    <a:pt x="16342" y="176"/>
                  </a:lnTo>
                  <a:lnTo>
                    <a:pt x="161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51" name="Google Shape;751;p69"/>
            <p:cNvSpPr/>
            <p:nvPr/>
          </p:nvSpPr>
          <p:spPr>
            <a:xfrm>
              <a:off x="2815804" y="1591492"/>
              <a:ext cx="351217" cy="563897"/>
            </a:xfrm>
            <a:custGeom>
              <a:avLst/>
              <a:gdLst/>
              <a:ahLst/>
              <a:cxnLst/>
              <a:rect l="l" t="t" r="r" b="b"/>
              <a:pathLst>
                <a:path w="15064" h="24186" extrusionOk="0">
                  <a:moveTo>
                    <a:pt x="10402" y="0"/>
                  </a:moveTo>
                  <a:cubicBezTo>
                    <a:pt x="6818" y="7494"/>
                    <a:pt x="3334" y="15263"/>
                    <a:pt x="1" y="22883"/>
                  </a:cubicBezTo>
                  <a:cubicBezTo>
                    <a:pt x="652" y="23108"/>
                    <a:pt x="2908" y="24086"/>
                    <a:pt x="3434" y="24186"/>
                  </a:cubicBezTo>
                  <a:cubicBezTo>
                    <a:pt x="3585" y="23985"/>
                    <a:pt x="11329" y="8923"/>
                    <a:pt x="15063" y="1529"/>
                  </a:cubicBezTo>
                  <a:cubicBezTo>
                    <a:pt x="13710" y="777"/>
                    <a:pt x="10402" y="0"/>
                    <a:pt x="104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52" name="Google Shape;752;p69"/>
            <p:cNvSpPr/>
            <p:nvPr/>
          </p:nvSpPr>
          <p:spPr>
            <a:xfrm>
              <a:off x="2953710" y="1614270"/>
              <a:ext cx="437110" cy="561588"/>
            </a:xfrm>
            <a:custGeom>
              <a:avLst/>
              <a:gdLst/>
              <a:ahLst/>
              <a:cxnLst/>
              <a:rect l="l" t="t" r="r" b="b"/>
              <a:pathLst>
                <a:path w="18748" h="24087" extrusionOk="0">
                  <a:moveTo>
                    <a:pt x="18697" y="1"/>
                  </a:moveTo>
                  <a:cubicBezTo>
                    <a:pt x="12582" y="7620"/>
                    <a:pt x="5815" y="15740"/>
                    <a:pt x="0" y="23610"/>
                  </a:cubicBezTo>
                  <a:lnTo>
                    <a:pt x="3334" y="24086"/>
                  </a:lnTo>
                  <a:cubicBezTo>
                    <a:pt x="3334" y="24086"/>
                    <a:pt x="13434" y="17495"/>
                    <a:pt x="18722" y="14261"/>
                  </a:cubicBezTo>
                  <a:cubicBezTo>
                    <a:pt x="18747" y="9976"/>
                    <a:pt x="18697" y="4286"/>
                    <a:pt x="186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53" name="Google Shape;753;p69"/>
            <p:cNvSpPr/>
            <p:nvPr/>
          </p:nvSpPr>
          <p:spPr>
            <a:xfrm>
              <a:off x="2921583" y="1608442"/>
              <a:ext cx="468072" cy="564479"/>
            </a:xfrm>
            <a:custGeom>
              <a:avLst/>
              <a:gdLst/>
              <a:ahLst/>
              <a:cxnLst/>
              <a:rect l="l" t="t" r="r" b="b"/>
              <a:pathLst>
                <a:path w="20076" h="24211" extrusionOk="0">
                  <a:moveTo>
                    <a:pt x="18998" y="0"/>
                  </a:moveTo>
                  <a:lnTo>
                    <a:pt x="0" y="23659"/>
                  </a:lnTo>
                  <a:lnTo>
                    <a:pt x="1128" y="24211"/>
                  </a:lnTo>
                  <a:lnTo>
                    <a:pt x="20075" y="251"/>
                  </a:lnTo>
                  <a:lnTo>
                    <a:pt x="189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54" name="Google Shape;754;p69"/>
            <p:cNvSpPr/>
            <p:nvPr/>
          </p:nvSpPr>
          <p:spPr>
            <a:xfrm>
              <a:off x="3117332" y="1881922"/>
              <a:ext cx="808727" cy="1511092"/>
            </a:xfrm>
            <a:custGeom>
              <a:avLst/>
              <a:gdLst/>
              <a:ahLst/>
              <a:cxnLst/>
              <a:rect l="l" t="t" r="r" b="b"/>
              <a:pathLst>
                <a:path w="34687" h="64812" extrusionOk="0">
                  <a:moveTo>
                    <a:pt x="34208" y="0"/>
                  </a:moveTo>
                  <a:cubicBezTo>
                    <a:pt x="34159" y="0"/>
                    <a:pt x="34109" y="8"/>
                    <a:pt x="34060" y="25"/>
                  </a:cubicBezTo>
                  <a:lnTo>
                    <a:pt x="1028" y="11804"/>
                  </a:lnTo>
                  <a:lnTo>
                    <a:pt x="0" y="64060"/>
                  </a:lnTo>
                  <a:lnTo>
                    <a:pt x="1178" y="64812"/>
                  </a:lnTo>
                  <a:lnTo>
                    <a:pt x="34060" y="52506"/>
                  </a:lnTo>
                  <a:cubicBezTo>
                    <a:pt x="34436" y="52356"/>
                    <a:pt x="34687" y="52005"/>
                    <a:pt x="34687" y="51604"/>
                  </a:cubicBezTo>
                  <a:lnTo>
                    <a:pt x="34687" y="476"/>
                  </a:lnTo>
                  <a:cubicBezTo>
                    <a:pt x="34687" y="203"/>
                    <a:pt x="34459" y="0"/>
                    <a:pt x="342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55" name="Google Shape;755;p69"/>
            <p:cNvSpPr/>
            <p:nvPr/>
          </p:nvSpPr>
          <p:spPr>
            <a:xfrm>
              <a:off x="3244117" y="2073568"/>
              <a:ext cx="596048" cy="388591"/>
            </a:xfrm>
            <a:custGeom>
              <a:avLst/>
              <a:gdLst/>
              <a:ahLst/>
              <a:cxnLst/>
              <a:rect l="l" t="t" r="r" b="b"/>
              <a:pathLst>
                <a:path w="25565" h="16667" extrusionOk="0">
                  <a:moveTo>
                    <a:pt x="25565" y="0"/>
                  </a:moveTo>
                  <a:lnTo>
                    <a:pt x="1" y="8697"/>
                  </a:lnTo>
                  <a:lnTo>
                    <a:pt x="1" y="16667"/>
                  </a:lnTo>
                  <a:lnTo>
                    <a:pt x="25565" y="7744"/>
                  </a:lnTo>
                  <a:lnTo>
                    <a:pt x="255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56" name="Google Shape;756;p69"/>
            <p:cNvSpPr/>
            <p:nvPr/>
          </p:nvSpPr>
          <p:spPr>
            <a:xfrm>
              <a:off x="3244117" y="2303194"/>
              <a:ext cx="596048" cy="244877"/>
            </a:xfrm>
            <a:custGeom>
              <a:avLst/>
              <a:gdLst/>
              <a:ahLst/>
              <a:cxnLst/>
              <a:rect l="l" t="t" r="r" b="b"/>
              <a:pathLst>
                <a:path w="25565" h="10503" extrusionOk="0">
                  <a:moveTo>
                    <a:pt x="25565" y="1"/>
                  </a:moveTo>
                  <a:lnTo>
                    <a:pt x="1" y="8698"/>
                  </a:lnTo>
                  <a:lnTo>
                    <a:pt x="1" y="10502"/>
                  </a:lnTo>
                  <a:lnTo>
                    <a:pt x="25565" y="1605"/>
                  </a:lnTo>
                  <a:lnTo>
                    <a:pt x="2556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57" name="Google Shape;757;p69"/>
            <p:cNvSpPr/>
            <p:nvPr/>
          </p:nvSpPr>
          <p:spPr>
            <a:xfrm>
              <a:off x="3829616" y="2993422"/>
              <a:ext cx="74235" cy="113847"/>
            </a:xfrm>
            <a:custGeom>
              <a:avLst/>
              <a:gdLst/>
              <a:ahLst/>
              <a:cxnLst/>
              <a:rect l="l" t="t" r="r" b="b"/>
              <a:pathLst>
                <a:path w="3184" h="4883" extrusionOk="0">
                  <a:moveTo>
                    <a:pt x="2987" y="0"/>
                  </a:moveTo>
                  <a:cubicBezTo>
                    <a:pt x="2962" y="0"/>
                    <a:pt x="2935" y="7"/>
                    <a:pt x="2908" y="20"/>
                  </a:cubicBezTo>
                  <a:cubicBezTo>
                    <a:pt x="577" y="872"/>
                    <a:pt x="1" y="3078"/>
                    <a:pt x="201" y="4732"/>
                  </a:cubicBezTo>
                  <a:cubicBezTo>
                    <a:pt x="226" y="4807"/>
                    <a:pt x="301" y="4882"/>
                    <a:pt x="402" y="4882"/>
                  </a:cubicBezTo>
                  <a:lnTo>
                    <a:pt x="427" y="4882"/>
                  </a:lnTo>
                  <a:cubicBezTo>
                    <a:pt x="527" y="4857"/>
                    <a:pt x="577" y="4782"/>
                    <a:pt x="577" y="4682"/>
                  </a:cubicBezTo>
                  <a:cubicBezTo>
                    <a:pt x="377" y="3103"/>
                    <a:pt x="928" y="1123"/>
                    <a:pt x="3033" y="346"/>
                  </a:cubicBezTo>
                  <a:cubicBezTo>
                    <a:pt x="3133" y="321"/>
                    <a:pt x="3184" y="220"/>
                    <a:pt x="3133" y="120"/>
                  </a:cubicBezTo>
                  <a:cubicBezTo>
                    <a:pt x="3115" y="47"/>
                    <a:pt x="3056" y="0"/>
                    <a:pt x="2987" y="0"/>
                  </a:cubicBezTo>
                  <a:close/>
                </a:path>
              </a:pathLst>
            </a:custGeom>
            <a:solidFill>
              <a:srgbClr val="CE2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58" name="Google Shape;758;p69"/>
            <p:cNvSpPr/>
            <p:nvPr/>
          </p:nvSpPr>
          <p:spPr>
            <a:xfrm>
              <a:off x="3214904" y="2024234"/>
              <a:ext cx="119233" cy="1012337"/>
            </a:xfrm>
            <a:custGeom>
              <a:avLst/>
              <a:gdLst/>
              <a:ahLst/>
              <a:cxnLst/>
              <a:rect l="l" t="t" r="r" b="b"/>
              <a:pathLst>
                <a:path w="5114" h="43420" extrusionOk="0">
                  <a:moveTo>
                    <a:pt x="1911" y="0"/>
                  </a:moveTo>
                  <a:cubicBezTo>
                    <a:pt x="1876" y="0"/>
                    <a:pt x="1841" y="18"/>
                    <a:pt x="1805" y="36"/>
                  </a:cubicBezTo>
                  <a:lnTo>
                    <a:pt x="101" y="1063"/>
                  </a:lnTo>
                  <a:cubicBezTo>
                    <a:pt x="1" y="1139"/>
                    <a:pt x="1" y="1314"/>
                    <a:pt x="126" y="1364"/>
                  </a:cubicBezTo>
                  <a:cubicBezTo>
                    <a:pt x="1103" y="1690"/>
                    <a:pt x="2306" y="2843"/>
                    <a:pt x="2557" y="4497"/>
                  </a:cubicBezTo>
                  <a:cubicBezTo>
                    <a:pt x="2958" y="7229"/>
                    <a:pt x="2808" y="43420"/>
                    <a:pt x="2808" y="43420"/>
                  </a:cubicBezTo>
                  <a:lnTo>
                    <a:pt x="3685" y="41740"/>
                  </a:lnTo>
                  <a:lnTo>
                    <a:pt x="4712" y="42743"/>
                  </a:lnTo>
                  <a:lnTo>
                    <a:pt x="4788" y="5875"/>
                  </a:lnTo>
                  <a:cubicBezTo>
                    <a:pt x="4788" y="5875"/>
                    <a:pt x="5113" y="1339"/>
                    <a:pt x="1955" y="11"/>
                  </a:cubicBezTo>
                  <a:cubicBezTo>
                    <a:pt x="1941" y="3"/>
                    <a:pt x="1926" y="0"/>
                    <a:pt x="19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59" name="Google Shape;759;p69"/>
            <p:cNvSpPr/>
            <p:nvPr/>
          </p:nvSpPr>
          <p:spPr>
            <a:xfrm>
              <a:off x="2792443" y="1577107"/>
              <a:ext cx="268822" cy="547903"/>
            </a:xfrm>
            <a:custGeom>
              <a:avLst/>
              <a:gdLst/>
              <a:ahLst/>
              <a:cxnLst/>
              <a:rect l="l" t="t" r="r" b="b"/>
              <a:pathLst>
                <a:path w="11530" h="23500" extrusionOk="0">
                  <a:moveTo>
                    <a:pt x="10681" y="0"/>
                  </a:moveTo>
                  <a:cubicBezTo>
                    <a:pt x="10558" y="0"/>
                    <a:pt x="10436" y="72"/>
                    <a:pt x="10376" y="191"/>
                  </a:cubicBezTo>
                  <a:lnTo>
                    <a:pt x="0" y="22547"/>
                  </a:lnTo>
                  <a:lnTo>
                    <a:pt x="1003" y="23500"/>
                  </a:lnTo>
                  <a:lnTo>
                    <a:pt x="11454" y="617"/>
                  </a:lnTo>
                  <a:cubicBezTo>
                    <a:pt x="11529" y="417"/>
                    <a:pt x="11429" y="216"/>
                    <a:pt x="11228" y="141"/>
                  </a:cubicBezTo>
                  <a:cubicBezTo>
                    <a:pt x="11103" y="91"/>
                    <a:pt x="10928" y="41"/>
                    <a:pt x="10777" y="16"/>
                  </a:cubicBezTo>
                  <a:cubicBezTo>
                    <a:pt x="10746" y="5"/>
                    <a:pt x="10713" y="0"/>
                    <a:pt x="106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60" name="Google Shape;760;p69"/>
            <p:cNvSpPr/>
            <p:nvPr/>
          </p:nvSpPr>
          <p:spPr>
            <a:xfrm>
              <a:off x="2792443" y="2102781"/>
              <a:ext cx="352383" cy="1296314"/>
            </a:xfrm>
            <a:custGeom>
              <a:avLst/>
              <a:gdLst/>
              <a:ahLst/>
              <a:cxnLst/>
              <a:rect l="l" t="t" r="r" b="b"/>
              <a:pathLst>
                <a:path w="15114" h="55600" extrusionOk="0">
                  <a:moveTo>
                    <a:pt x="0" y="0"/>
                  </a:moveTo>
                  <a:lnTo>
                    <a:pt x="0" y="50427"/>
                  </a:lnTo>
                  <a:cubicBezTo>
                    <a:pt x="0" y="53810"/>
                    <a:pt x="4261" y="55113"/>
                    <a:pt x="6567" y="55314"/>
                  </a:cubicBezTo>
                  <a:cubicBezTo>
                    <a:pt x="8206" y="55473"/>
                    <a:pt x="9947" y="55599"/>
                    <a:pt x="11623" y="55599"/>
                  </a:cubicBezTo>
                  <a:cubicBezTo>
                    <a:pt x="12841" y="55599"/>
                    <a:pt x="14026" y="55533"/>
                    <a:pt x="15113" y="55364"/>
                  </a:cubicBezTo>
                  <a:lnTo>
                    <a:pt x="15113" y="2281"/>
                  </a:lnTo>
                  <a:cubicBezTo>
                    <a:pt x="13550" y="2660"/>
                    <a:pt x="11819" y="2840"/>
                    <a:pt x="10131" y="2840"/>
                  </a:cubicBezTo>
                  <a:cubicBezTo>
                    <a:pt x="9139" y="2840"/>
                    <a:pt x="8162" y="2777"/>
                    <a:pt x="7243" y="2657"/>
                  </a:cubicBezTo>
                  <a:cubicBezTo>
                    <a:pt x="4537" y="2306"/>
                    <a:pt x="1855" y="145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61" name="Google Shape;761;p69"/>
            <p:cNvSpPr/>
            <p:nvPr/>
          </p:nvSpPr>
          <p:spPr>
            <a:xfrm>
              <a:off x="3152374" y="3107827"/>
              <a:ext cx="2942166" cy="556296"/>
            </a:xfrm>
            <a:custGeom>
              <a:avLst/>
              <a:gdLst/>
              <a:ahLst/>
              <a:cxnLst/>
              <a:rect l="l" t="t" r="r" b="b"/>
              <a:pathLst>
                <a:path w="126192" h="23860" extrusionOk="0">
                  <a:moveTo>
                    <a:pt x="19926" y="0"/>
                  </a:moveTo>
                  <a:lnTo>
                    <a:pt x="1" y="23860"/>
                  </a:lnTo>
                  <a:lnTo>
                    <a:pt x="1" y="23860"/>
                  </a:lnTo>
                  <a:lnTo>
                    <a:pt x="59124" y="17770"/>
                  </a:lnTo>
                  <a:lnTo>
                    <a:pt x="59124" y="17770"/>
                  </a:lnTo>
                  <a:cubicBezTo>
                    <a:pt x="59124" y="17770"/>
                    <a:pt x="59057" y="21542"/>
                    <a:pt x="62471" y="21542"/>
                  </a:cubicBezTo>
                  <a:cubicBezTo>
                    <a:pt x="62664" y="21542"/>
                    <a:pt x="62868" y="21530"/>
                    <a:pt x="63084" y="21504"/>
                  </a:cubicBezTo>
                  <a:cubicBezTo>
                    <a:pt x="67119" y="21053"/>
                    <a:pt x="67044" y="17770"/>
                    <a:pt x="67044" y="17770"/>
                  </a:cubicBezTo>
                  <a:lnTo>
                    <a:pt x="67044" y="17770"/>
                  </a:lnTo>
                  <a:lnTo>
                    <a:pt x="126192" y="23860"/>
                  </a:lnTo>
                  <a:lnTo>
                    <a:pt x="11441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62" name="Google Shape;762;p69"/>
            <p:cNvSpPr/>
            <p:nvPr/>
          </p:nvSpPr>
          <p:spPr>
            <a:xfrm>
              <a:off x="3227167" y="3179217"/>
              <a:ext cx="1396009" cy="234246"/>
            </a:xfrm>
            <a:custGeom>
              <a:avLst/>
              <a:gdLst/>
              <a:ahLst/>
              <a:cxnLst/>
              <a:rect l="l" t="t" r="r" b="b"/>
              <a:pathLst>
                <a:path w="59876" h="10047" extrusionOk="0">
                  <a:moveTo>
                    <a:pt x="30427" y="1"/>
                  </a:moveTo>
                  <a:cubicBezTo>
                    <a:pt x="16518" y="1"/>
                    <a:pt x="4136" y="3906"/>
                    <a:pt x="4136" y="3906"/>
                  </a:cubicBezTo>
                  <a:lnTo>
                    <a:pt x="1" y="8868"/>
                  </a:lnTo>
                  <a:cubicBezTo>
                    <a:pt x="11249" y="5952"/>
                    <a:pt x="21246" y="4943"/>
                    <a:pt x="29695" y="4943"/>
                  </a:cubicBezTo>
                  <a:cubicBezTo>
                    <a:pt x="48696" y="4943"/>
                    <a:pt x="59876" y="10046"/>
                    <a:pt x="59876" y="10046"/>
                  </a:cubicBezTo>
                  <a:cubicBezTo>
                    <a:pt x="52306" y="2228"/>
                    <a:pt x="40931" y="1"/>
                    <a:pt x="304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63" name="Google Shape;763;p69"/>
            <p:cNvSpPr/>
            <p:nvPr/>
          </p:nvSpPr>
          <p:spPr>
            <a:xfrm>
              <a:off x="3157060" y="3358646"/>
              <a:ext cx="1622141" cy="192698"/>
            </a:xfrm>
            <a:custGeom>
              <a:avLst/>
              <a:gdLst/>
              <a:ahLst/>
              <a:cxnLst/>
              <a:rect l="l" t="t" r="r" b="b"/>
              <a:pathLst>
                <a:path w="69575" h="8265" extrusionOk="0">
                  <a:moveTo>
                    <a:pt x="35201" y="1"/>
                  </a:moveTo>
                  <a:cubicBezTo>
                    <a:pt x="19306" y="1"/>
                    <a:pt x="3008" y="3779"/>
                    <a:pt x="3008" y="3779"/>
                  </a:cubicBezTo>
                  <a:lnTo>
                    <a:pt x="0" y="7739"/>
                  </a:lnTo>
                  <a:lnTo>
                    <a:pt x="3835" y="8265"/>
                  </a:lnTo>
                  <a:cubicBezTo>
                    <a:pt x="3835" y="8265"/>
                    <a:pt x="69575" y="6736"/>
                    <a:pt x="51254" y="1774"/>
                  </a:cubicBezTo>
                  <a:cubicBezTo>
                    <a:pt x="46454" y="478"/>
                    <a:pt x="40853" y="1"/>
                    <a:pt x="352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64" name="Google Shape;764;p69"/>
            <p:cNvSpPr/>
            <p:nvPr/>
          </p:nvSpPr>
          <p:spPr>
            <a:xfrm>
              <a:off x="4623129" y="3179217"/>
              <a:ext cx="1396592" cy="234246"/>
            </a:xfrm>
            <a:custGeom>
              <a:avLst/>
              <a:gdLst/>
              <a:ahLst/>
              <a:cxnLst/>
              <a:rect l="l" t="t" r="r" b="b"/>
              <a:pathLst>
                <a:path w="59901" h="10047" extrusionOk="0">
                  <a:moveTo>
                    <a:pt x="29460" y="1"/>
                  </a:moveTo>
                  <a:cubicBezTo>
                    <a:pt x="18958" y="1"/>
                    <a:pt x="7582" y="2228"/>
                    <a:pt x="1" y="10046"/>
                  </a:cubicBezTo>
                  <a:cubicBezTo>
                    <a:pt x="1" y="10046"/>
                    <a:pt x="11192" y="4943"/>
                    <a:pt x="30201" y="4943"/>
                  </a:cubicBezTo>
                  <a:cubicBezTo>
                    <a:pt x="38654" y="4943"/>
                    <a:pt x="48653" y="5952"/>
                    <a:pt x="59901" y="8868"/>
                  </a:cubicBezTo>
                  <a:lnTo>
                    <a:pt x="55741" y="3906"/>
                  </a:lnTo>
                  <a:cubicBezTo>
                    <a:pt x="55741" y="3906"/>
                    <a:pt x="43367" y="1"/>
                    <a:pt x="294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65" name="Google Shape;765;p69"/>
            <p:cNvSpPr/>
            <p:nvPr/>
          </p:nvSpPr>
          <p:spPr>
            <a:xfrm>
              <a:off x="4467714" y="3358646"/>
              <a:ext cx="1622141" cy="192698"/>
            </a:xfrm>
            <a:custGeom>
              <a:avLst/>
              <a:gdLst/>
              <a:ahLst/>
              <a:cxnLst/>
              <a:rect l="l" t="t" r="r" b="b"/>
              <a:pathLst>
                <a:path w="69575" h="8265" extrusionOk="0">
                  <a:moveTo>
                    <a:pt x="34353" y="1"/>
                  </a:moveTo>
                  <a:cubicBezTo>
                    <a:pt x="28698" y="1"/>
                    <a:pt x="23095" y="478"/>
                    <a:pt x="18296" y="1774"/>
                  </a:cubicBezTo>
                  <a:cubicBezTo>
                    <a:pt x="0" y="6736"/>
                    <a:pt x="65715" y="8265"/>
                    <a:pt x="65715" y="8265"/>
                  </a:cubicBezTo>
                  <a:lnTo>
                    <a:pt x="69574" y="7739"/>
                  </a:lnTo>
                  <a:lnTo>
                    <a:pt x="66567" y="3779"/>
                  </a:lnTo>
                  <a:cubicBezTo>
                    <a:pt x="66567" y="3779"/>
                    <a:pt x="50255" y="1"/>
                    <a:pt x="343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66" name="Google Shape;766;p69"/>
            <p:cNvSpPr/>
            <p:nvPr/>
          </p:nvSpPr>
          <p:spPr>
            <a:xfrm>
              <a:off x="4623129" y="3270097"/>
              <a:ext cx="1480736" cy="353712"/>
            </a:xfrm>
            <a:custGeom>
              <a:avLst/>
              <a:gdLst/>
              <a:ahLst/>
              <a:cxnLst/>
              <a:rect l="l" t="t" r="r" b="b"/>
              <a:pathLst>
                <a:path w="63510" h="15171" extrusionOk="0">
                  <a:moveTo>
                    <a:pt x="26082" y="0"/>
                  </a:moveTo>
                  <a:cubicBezTo>
                    <a:pt x="16651" y="0"/>
                    <a:pt x="7066" y="1500"/>
                    <a:pt x="1" y="6148"/>
                  </a:cubicBezTo>
                  <a:lnTo>
                    <a:pt x="3760" y="9732"/>
                  </a:lnTo>
                  <a:lnTo>
                    <a:pt x="63510" y="15171"/>
                  </a:lnTo>
                  <a:cubicBezTo>
                    <a:pt x="63510" y="15171"/>
                    <a:pt x="63485" y="13642"/>
                    <a:pt x="62908" y="11537"/>
                  </a:cubicBezTo>
                  <a:cubicBezTo>
                    <a:pt x="49099" y="7602"/>
                    <a:pt x="21981" y="4970"/>
                    <a:pt x="21981" y="4970"/>
                  </a:cubicBezTo>
                  <a:cubicBezTo>
                    <a:pt x="23079" y="4933"/>
                    <a:pt x="24179" y="4916"/>
                    <a:pt x="25279" y="4916"/>
                  </a:cubicBezTo>
                  <a:cubicBezTo>
                    <a:pt x="40634" y="4916"/>
                    <a:pt x="55927" y="8320"/>
                    <a:pt x="62382" y="9958"/>
                  </a:cubicBezTo>
                  <a:cubicBezTo>
                    <a:pt x="61931" y="8729"/>
                    <a:pt x="60803" y="6248"/>
                    <a:pt x="59901" y="4970"/>
                  </a:cubicBezTo>
                  <a:cubicBezTo>
                    <a:pt x="59901" y="4970"/>
                    <a:pt x="43248" y="0"/>
                    <a:pt x="260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67" name="Google Shape;767;p69"/>
            <p:cNvSpPr/>
            <p:nvPr/>
          </p:nvSpPr>
          <p:spPr>
            <a:xfrm>
              <a:off x="4623129" y="3163456"/>
              <a:ext cx="1356863" cy="250007"/>
            </a:xfrm>
            <a:custGeom>
              <a:avLst/>
              <a:gdLst/>
              <a:ahLst/>
              <a:cxnLst/>
              <a:rect l="l" t="t" r="r" b="b"/>
              <a:pathLst>
                <a:path w="58197" h="10723" extrusionOk="0">
                  <a:moveTo>
                    <a:pt x="29555" y="0"/>
                  </a:moveTo>
                  <a:cubicBezTo>
                    <a:pt x="6488" y="0"/>
                    <a:pt x="1" y="10722"/>
                    <a:pt x="1" y="10722"/>
                  </a:cubicBezTo>
                  <a:cubicBezTo>
                    <a:pt x="7578" y="3774"/>
                    <a:pt x="18161" y="1662"/>
                    <a:pt x="28228" y="1662"/>
                  </a:cubicBezTo>
                  <a:cubicBezTo>
                    <a:pt x="43833" y="1662"/>
                    <a:pt x="58197" y="6737"/>
                    <a:pt x="58197" y="6737"/>
                  </a:cubicBezTo>
                  <a:lnTo>
                    <a:pt x="58197" y="4281"/>
                  </a:lnTo>
                  <a:cubicBezTo>
                    <a:pt x="46599" y="1170"/>
                    <a:pt x="37172" y="0"/>
                    <a:pt x="29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68" name="Google Shape;768;p69"/>
            <p:cNvSpPr/>
            <p:nvPr/>
          </p:nvSpPr>
          <p:spPr>
            <a:xfrm>
              <a:off x="3142442" y="3270097"/>
              <a:ext cx="1480736" cy="353712"/>
            </a:xfrm>
            <a:custGeom>
              <a:avLst/>
              <a:gdLst/>
              <a:ahLst/>
              <a:cxnLst/>
              <a:rect l="l" t="t" r="r" b="b"/>
              <a:pathLst>
                <a:path w="63510" h="15171" extrusionOk="0">
                  <a:moveTo>
                    <a:pt x="37436" y="0"/>
                  </a:moveTo>
                  <a:cubicBezTo>
                    <a:pt x="20277" y="0"/>
                    <a:pt x="3635" y="4970"/>
                    <a:pt x="3635" y="4970"/>
                  </a:cubicBezTo>
                  <a:cubicBezTo>
                    <a:pt x="2708" y="6248"/>
                    <a:pt x="1605" y="8729"/>
                    <a:pt x="1129" y="9958"/>
                  </a:cubicBezTo>
                  <a:cubicBezTo>
                    <a:pt x="7583" y="8320"/>
                    <a:pt x="22877" y="4916"/>
                    <a:pt x="38231" y="4916"/>
                  </a:cubicBezTo>
                  <a:cubicBezTo>
                    <a:pt x="39332" y="4916"/>
                    <a:pt x="40432" y="4933"/>
                    <a:pt x="41530" y="4970"/>
                  </a:cubicBezTo>
                  <a:cubicBezTo>
                    <a:pt x="41530" y="4970"/>
                    <a:pt x="14412" y="7602"/>
                    <a:pt x="627" y="11537"/>
                  </a:cubicBezTo>
                  <a:cubicBezTo>
                    <a:pt x="51" y="13642"/>
                    <a:pt x="1" y="15171"/>
                    <a:pt x="1" y="15171"/>
                  </a:cubicBezTo>
                  <a:lnTo>
                    <a:pt x="59776" y="9732"/>
                  </a:lnTo>
                  <a:lnTo>
                    <a:pt x="63510" y="6148"/>
                  </a:lnTo>
                  <a:cubicBezTo>
                    <a:pt x="56445" y="1500"/>
                    <a:pt x="46862" y="0"/>
                    <a:pt x="374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69" name="Google Shape;769;p69"/>
            <p:cNvSpPr/>
            <p:nvPr/>
          </p:nvSpPr>
          <p:spPr>
            <a:xfrm>
              <a:off x="3266336" y="3163456"/>
              <a:ext cx="1356840" cy="250007"/>
            </a:xfrm>
            <a:custGeom>
              <a:avLst/>
              <a:gdLst/>
              <a:ahLst/>
              <a:cxnLst/>
              <a:rect l="l" t="t" r="r" b="b"/>
              <a:pathLst>
                <a:path w="58196" h="10723" extrusionOk="0">
                  <a:moveTo>
                    <a:pt x="28642" y="0"/>
                  </a:moveTo>
                  <a:cubicBezTo>
                    <a:pt x="21024" y="0"/>
                    <a:pt x="11598" y="1170"/>
                    <a:pt x="0" y="4281"/>
                  </a:cubicBezTo>
                  <a:lnTo>
                    <a:pt x="0" y="6737"/>
                  </a:lnTo>
                  <a:cubicBezTo>
                    <a:pt x="0" y="6737"/>
                    <a:pt x="14364" y="1662"/>
                    <a:pt x="29969" y="1662"/>
                  </a:cubicBezTo>
                  <a:cubicBezTo>
                    <a:pt x="40036" y="1662"/>
                    <a:pt x="50619" y="3774"/>
                    <a:pt x="58196" y="10722"/>
                  </a:cubicBezTo>
                  <a:cubicBezTo>
                    <a:pt x="58196" y="10722"/>
                    <a:pt x="51709" y="0"/>
                    <a:pt x="286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70" name="Google Shape;770;p69"/>
            <p:cNvSpPr/>
            <p:nvPr/>
          </p:nvSpPr>
          <p:spPr>
            <a:xfrm>
              <a:off x="3266336" y="2663521"/>
              <a:ext cx="2713679" cy="749950"/>
            </a:xfrm>
            <a:custGeom>
              <a:avLst/>
              <a:gdLst/>
              <a:ahLst/>
              <a:cxnLst/>
              <a:rect l="l" t="t" r="r" b="b"/>
              <a:pathLst>
                <a:path w="116392" h="32166" extrusionOk="0">
                  <a:moveTo>
                    <a:pt x="38985" y="0"/>
                  </a:moveTo>
                  <a:cubicBezTo>
                    <a:pt x="26331" y="0"/>
                    <a:pt x="15564" y="5473"/>
                    <a:pt x="15564" y="5473"/>
                  </a:cubicBezTo>
                  <a:lnTo>
                    <a:pt x="0" y="25724"/>
                  </a:lnTo>
                  <a:lnTo>
                    <a:pt x="0" y="25724"/>
                  </a:lnTo>
                  <a:cubicBezTo>
                    <a:pt x="11598" y="22613"/>
                    <a:pt x="21024" y="21443"/>
                    <a:pt x="28642" y="21443"/>
                  </a:cubicBezTo>
                  <a:cubicBezTo>
                    <a:pt x="51709" y="21443"/>
                    <a:pt x="58196" y="32165"/>
                    <a:pt x="58196" y="32165"/>
                  </a:cubicBezTo>
                  <a:cubicBezTo>
                    <a:pt x="58196" y="32165"/>
                    <a:pt x="64683" y="21443"/>
                    <a:pt x="87750" y="21443"/>
                  </a:cubicBezTo>
                  <a:cubicBezTo>
                    <a:pt x="95367" y="21443"/>
                    <a:pt x="104794" y="22613"/>
                    <a:pt x="116392" y="25724"/>
                  </a:cubicBezTo>
                  <a:lnTo>
                    <a:pt x="116392" y="25724"/>
                  </a:lnTo>
                  <a:lnTo>
                    <a:pt x="100828" y="5473"/>
                  </a:lnTo>
                  <a:cubicBezTo>
                    <a:pt x="100828" y="5473"/>
                    <a:pt x="90060" y="0"/>
                    <a:pt x="77406" y="0"/>
                  </a:cubicBezTo>
                  <a:cubicBezTo>
                    <a:pt x="71105" y="0"/>
                    <a:pt x="64336" y="1357"/>
                    <a:pt x="58196" y="5423"/>
                  </a:cubicBezTo>
                  <a:cubicBezTo>
                    <a:pt x="52056" y="1357"/>
                    <a:pt x="45287" y="0"/>
                    <a:pt x="389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71" name="Google Shape;771;p69"/>
            <p:cNvSpPr/>
            <p:nvPr/>
          </p:nvSpPr>
          <p:spPr>
            <a:xfrm>
              <a:off x="4490492" y="3413435"/>
              <a:ext cx="260056" cy="172974"/>
            </a:xfrm>
            <a:custGeom>
              <a:avLst/>
              <a:gdLst/>
              <a:ahLst/>
              <a:cxnLst/>
              <a:rect l="l" t="t" r="r" b="b"/>
              <a:pathLst>
                <a:path w="11154" h="7419" extrusionOk="0">
                  <a:moveTo>
                    <a:pt x="5690" y="0"/>
                  </a:moveTo>
                  <a:lnTo>
                    <a:pt x="1" y="5464"/>
                  </a:lnTo>
                  <a:lnTo>
                    <a:pt x="1605" y="7419"/>
                  </a:lnTo>
                  <a:lnTo>
                    <a:pt x="5690" y="3133"/>
                  </a:lnTo>
                  <a:lnTo>
                    <a:pt x="9449" y="6792"/>
                  </a:lnTo>
                  <a:lnTo>
                    <a:pt x="11154" y="5188"/>
                  </a:lnTo>
                  <a:lnTo>
                    <a:pt x="569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72" name="Google Shape;772;p69"/>
            <p:cNvSpPr/>
            <p:nvPr/>
          </p:nvSpPr>
          <p:spPr>
            <a:xfrm>
              <a:off x="3266336" y="3309335"/>
              <a:ext cx="1269782" cy="104125"/>
            </a:xfrm>
            <a:custGeom>
              <a:avLst/>
              <a:gdLst/>
              <a:ahLst/>
              <a:cxnLst/>
              <a:rect l="l" t="t" r="r" b="b"/>
              <a:pathLst>
                <a:path w="54462" h="4466" extrusionOk="0">
                  <a:moveTo>
                    <a:pt x="32373" y="1"/>
                  </a:moveTo>
                  <a:cubicBezTo>
                    <a:pt x="30718" y="1"/>
                    <a:pt x="29040" y="44"/>
                    <a:pt x="27369" y="129"/>
                  </a:cubicBezTo>
                  <a:cubicBezTo>
                    <a:pt x="23885" y="330"/>
                    <a:pt x="20451" y="681"/>
                    <a:pt x="17218" y="1132"/>
                  </a:cubicBezTo>
                  <a:cubicBezTo>
                    <a:pt x="13985" y="1558"/>
                    <a:pt x="11003" y="2109"/>
                    <a:pt x="8446" y="2585"/>
                  </a:cubicBezTo>
                  <a:cubicBezTo>
                    <a:pt x="5915" y="3087"/>
                    <a:pt x="3785" y="3563"/>
                    <a:pt x="2306" y="3914"/>
                  </a:cubicBezTo>
                  <a:cubicBezTo>
                    <a:pt x="827" y="4265"/>
                    <a:pt x="0" y="4465"/>
                    <a:pt x="0" y="4465"/>
                  </a:cubicBezTo>
                  <a:cubicBezTo>
                    <a:pt x="0" y="4465"/>
                    <a:pt x="852" y="4290"/>
                    <a:pt x="2331" y="3989"/>
                  </a:cubicBezTo>
                  <a:cubicBezTo>
                    <a:pt x="3083" y="3864"/>
                    <a:pt x="3985" y="3688"/>
                    <a:pt x="5013" y="3488"/>
                  </a:cubicBezTo>
                  <a:cubicBezTo>
                    <a:pt x="6065" y="3287"/>
                    <a:pt x="7218" y="3062"/>
                    <a:pt x="8496" y="2836"/>
                  </a:cubicBezTo>
                  <a:cubicBezTo>
                    <a:pt x="9775" y="2610"/>
                    <a:pt x="11178" y="2385"/>
                    <a:pt x="12632" y="2159"/>
                  </a:cubicBezTo>
                  <a:cubicBezTo>
                    <a:pt x="14110" y="1934"/>
                    <a:pt x="15664" y="1733"/>
                    <a:pt x="17268" y="1508"/>
                  </a:cubicBezTo>
                  <a:cubicBezTo>
                    <a:pt x="20501" y="1107"/>
                    <a:pt x="23935" y="756"/>
                    <a:pt x="27394" y="605"/>
                  </a:cubicBezTo>
                  <a:cubicBezTo>
                    <a:pt x="29282" y="495"/>
                    <a:pt x="31185" y="438"/>
                    <a:pt x="33053" y="438"/>
                  </a:cubicBezTo>
                  <a:cubicBezTo>
                    <a:pt x="34582" y="438"/>
                    <a:pt x="36089" y="476"/>
                    <a:pt x="37544" y="555"/>
                  </a:cubicBezTo>
                  <a:cubicBezTo>
                    <a:pt x="39148" y="655"/>
                    <a:pt x="40702" y="781"/>
                    <a:pt x="42181" y="956"/>
                  </a:cubicBezTo>
                  <a:cubicBezTo>
                    <a:pt x="43659" y="1157"/>
                    <a:pt x="45038" y="1382"/>
                    <a:pt x="46316" y="1658"/>
                  </a:cubicBezTo>
                  <a:cubicBezTo>
                    <a:pt x="46943" y="1783"/>
                    <a:pt x="47544" y="1959"/>
                    <a:pt x="48121" y="2084"/>
                  </a:cubicBezTo>
                  <a:cubicBezTo>
                    <a:pt x="48672" y="2260"/>
                    <a:pt x="49223" y="2385"/>
                    <a:pt x="49725" y="2560"/>
                  </a:cubicBezTo>
                  <a:cubicBezTo>
                    <a:pt x="50727" y="2861"/>
                    <a:pt x="51604" y="3187"/>
                    <a:pt x="52306" y="3488"/>
                  </a:cubicBezTo>
                  <a:cubicBezTo>
                    <a:pt x="52632" y="3638"/>
                    <a:pt x="52958" y="3763"/>
                    <a:pt x="53233" y="3864"/>
                  </a:cubicBezTo>
                  <a:cubicBezTo>
                    <a:pt x="53484" y="3989"/>
                    <a:pt x="53710" y="4114"/>
                    <a:pt x="53885" y="4189"/>
                  </a:cubicBezTo>
                  <a:cubicBezTo>
                    <a:pt x="54261" y="4365"/>
                    <a:pt x="54462" y="4465"/>
                    <a:pt x="54462" y="4465"/>
                  </a:cubicBezTo>
                  <a:cubicBezTo>
                    <a:pt x="54462" y="4465"/>
                    <a:pt x="54261" y="4365"/>
                    <a:pt x="53910" y="4164"/>
                  </a:cubicBezTo>
                  <a:cubicBezTo>
                    <a:pt x="53735" y="4089"/>
                    <a:pt x="53509" y="3964"/>
                    <a:pt x="53259" y="3813"/>
                  </a:cubicBezTo>
                  <a:cubicBezTo>
                    <a:pt x="52983" y="3688"/>
                    <a:pt x="52682" y="3563"/>
                    <a:pt x="52331" y="3387"/>
                  </a:cubicBezTo>
                  <a:cubicBezTo>
                    <a:pt x="51629" y="3087"/>
                    <a:pt x="50777" y="2736"/>
                    <a:pt x="49775" y="2385"/>
                  </a:cubicBezTo>
                  <a:cubicBezTo>
                    <a:pt x="49274" y="2209"/>
                    <a:pt x="48747" y="2059"/>
                    <a:pt x="48171" y="1884"/>
                  </a:cubicBezTo>
                  <a:cubicBezTo>
                    <a:pt x="47594" y="1733"/>
                    <a:pt x="46993" y="1558"/>
                    <a:pt x="46366" y="1407"/>
                  </a:cubicBezTo>
                  <a:cubicBezTo>
                    <a:pt x="45088" y="1107"/>
                    <a:pt x="43710" y="856"/>
                    <a:pt x="42231" y="630"/>
                  </a:cubicBezTo>
                  <a:cubicBezTo>
                    <a:pt x="40752" y="430"/>
                    <a:pt x="39173" y="254"/>
                    <a:pt x="37569" y="154"/>
                  </a:cubicBezTo>
                  <a:cubicBezTo>
                    <a:pt x="35886" y="51"/>
                    <a:pt x="34142" y="1"/>
                    <a:pt x="323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73" name="Google Shape;773;p69"/>
            <p:cNvSpPr/>
            <p:nvPr/>
          </p:nvSpPr>
          <p:spPr>
            <a:xfrm>
              <a:off x="3468496" y="3347315"/>
              <a:ext cx="790635" cy="66145"/>
            </a:xfrm>
            <a:custGeom>
              <a:avLst/>
              <a:gdLst/>
              <a:ahLst/>
              <a:cxnLst/>
              <a:rect l="l" t="t" r="r" b="b"/>
              <a:pathLst>
                <a:path w="33911" h="2837" extrusionOk="0">
                  <a:moveTo>
                    <a:pt x="24840" y="0"/>
                  </a:moveTo>
                  <a:cubicBezTo>
                    <a:pt x="24283" y="0"/>
                    <a:pt x="23713" y="15"/>
                    <a:pt x="23134" y="29"/>
                  </a:cubicBezTo>
                  <a:cubicBezTo>
                    <a:pt x="22156" y="54"/>
                    <a:pt x="21104" y="54"/>
                    <a:pt x="20051" y="129"/>
                  </a:cubicBezTo>
                  <a:cubicBezTo>
                    <a:pt x="18998" y="179"/>
                    <a:pt x="17946" y="255"/>
                    <a:pt x="16868" y="305"/>
                  </a:cubicBezTo>
                  <a:cubicBezTo>
                    <a:pt x="15815" y="355"/>
                    <a:pt x="14738" y="480"/>
                    <a:pt x="13710" y="605"/>
                  </a:cubicBezTo>
                  <a:cubicBezTo>
                    <a:pt x="12658" y="706"/>
                    <a:pt x="11630" y="806"/>
                    <a:pt x="10627" y="931"/>
                  </a:cubicBezTo>
                  <a:cubicBezTo>
                    <a:pt x="9650" y="1082"/>
                    <a:pt x="8698" y="1207"/>
                    <a:pt x="7770" y="1357"/>
                  </a:cubicBezTo>
                  <a:cubicBezTo>
                    <a:pt x="6868" y="1483"/>
                    <a:pt x="6016" y="1608"/>
                    <a:pt x="5239" y="1758"/>
                  </a:cubicBezTo>
                  <a:cubicBezTo>
                    <a:pt x="3660" y="2059"/>
                    <a:pt x="2357" y="2335"/>
                    <a:pt x="1429" y="2535"/>
                  </a:cubicBezTo>
                  <a:cubicBezTo>
                    <a:pt x="527" y="2736"/>
                    <a:pt x="1" y="2836"/>
                    <a:pt x="1" y="2836"/>
                  </a:cubicBezTo>
                  <a:cubicBezTo>
                    <a:pt x="1" y="2836"/>
                    <a:pt x="527" y="2761"/>
                    <a:pt x="1454" y="2610"/>
                  </a:cubicBezTo>
                  <a:cubicBezTo>
                    <a:pt x="2382" y="2460"/>
                    <a:pt x="3685" y="2285"/>
                    <a:pt x="5264" y="2009"/>
                  </a:cubicBezTo>
                  <a:cubicBezTo>
                    <a:pt x="6843" y="1808"/>
                    <a:pt x="8698" y="1558"/>
                    <a:pt x="10678" y="1307"/>
                  </a:cubicBezTo>
                  <a:cubicBezTo>
                    <a:pt x="11680" y="1232"/>
                    <a:pt x="12708" y="1132"/>
                    <a:pt x="13735" y="1032"/>
                  </a:cubicBezTo>
                  <a:cubicBezTo>
                    <a:pt x="14788" y="931"/>
                    <a:pt x="15840" y="806"/>
                    <a:pt x="16918" y="756"/>
                  </a:cubicBezTo>
                  <a:cubicBezTo>
                    <a:pt x="17971" y="681"/>
                    <a:pt x="19023" y="631"/>
                    <a:pt x="20076" y="555"/>
                  </a:cubicBezTo>
                  <a:cubicBezTo>
                    <a:pt x="21129" y="480"/>
                    <a:pt x="22156" y="480"/>
                    <a:pt x="23159" y="430"/>
                  </a:cubicBezTo>
                  <a:cubicBezTo>
                    <a:pt x="24161" y="405"/>
                    <a:pt x="25114" y="355"/>
                    <a:pt x="26041" y="355"/>
                  </a:cubicBezTo>
                  <a:lnTo>
                    <a:pt x="28597" y="355"/>
                  </a:lnTo>
                  <a:cubicBezTo>
                    <a:pt x="29399" y="380"/>
                    <a:pt x="30126" y="405"/>
                    <a:pt x="30778" y="430"/>
                  </a:cubicBezTo>
                  <a:cubicBezTo>
                    <a:pt x="31104" y="455"/>
                    <a:pt x="31404" y="455"/>
                    <a:pt x="31680" y="480"/>
                  </a:cubicBezTo>
                  <a:cubicBezTo>
                    <a:pt x="31981" y="505"/>
                    <a:pt x="32232" y="530"/>
                    <a:pt x="32457" y="555"/>
                  </a:cubicBezTo>
                  <a:cubicBezTo>
                    <a:pt x="33384" y="656"/>
                    <a:pt x="33911" y="706"/>
                    <a:pt x="33911" y="706"/>
                  </a:cubicBezTo>
                  <a:cubicBezTo>
                    <a:pt x="33911" y="706"/>
                    <a:pt x="33384" y="631"/>
                    <a:pt x="32482" y="480"/>
                  </a:cubicBezTo>
                  <a:cubicBezTo>
                    <a:pt x="32232" y="430"/>
                    <a:pt x="31981" y="380"/>
                    <a:pt x="31705" y="355"/>
                  </a:cubicBezTo>
                  <a:cubicBezTo>
                    <a:pt x="31430" y="330"/>
                    <a:pt x="31129" y="305"/>
                    <a:pt x="30803" y="280"/>
                  </a:cubicBezTo>
                  <a:cubicBezTo>
                    <a:pt x="30151" y="230"/>
                    <a:pt x="29425" y="154"/>
                    <a:pt x="28623" y="104"/>
                  </a:cubicBezTo>
                  <a:cubicBezTo>
                    <a:pt x="27820" y="79"/>
                    <a:pt x="26943" y="54"/>
                    <a:pt x="26041" y="29"/>
                  </a:cubicBezTo>
                  <a:cubicBezTo>
                    <a:pt x="25649" y="8"/>
                    <a:pt x="25248" y="0"/>
                    <a:pt x="248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74" name="Google Shape;774;p69"/>
            <p:cNvSpPr/>
            <p:nvPr/>
          </p:nvSpPr>
          <p:spPr>
            <a:xfrm>
              <a:off x="3277433" y="3431107"/>
              <a:ext cx="1228887" cy="116738"/>
            </a:xfrm>
            <a:custGeom>
              <a:avLst/>
              <a:gdLst/>
              <a:ahLst/>
              <a:cxnLst/>
              <a:rect l="l" t="t" r="r" b="b"/>
              <a:pathLst>
                <a:path w="52708" h="5007" extrusionOk="0">
                  <a:moveTo>
                    <a:pt x="37115" y="0"/>
                  </a:moveTo>
                  <a:cubicBezTo>
                    <a:pt x="36736" y="0"/>
                    <a:pt x="36354" y="6"/>
                    <a:pt x="35965" y="19"/>
                  </a:cubicBezTo>
                  <a:cubicBezTo>
                    <a:pt x="35188" y="44"/>
                    <a:pt x="34386" y="44"/>
                    <a:pt x="33584" y="69"/>
                  </a:cubicBezTo>
                  <a:cubicBezTo>
                    <a:pt x="33183" y="94"/>
                    <a:pt x="32782" y="94"/>
                    <a:pt x="32381" y="119"/>
                  </a:cubicBezTo>
                  <a:cubicBezTo>
                    <a:pt x="31955" y="144"/>
                    <a:pt x="31554" y="169"/>
                    <a:pt x="31153" y="194"/>
                  </a:cubicBezTo>
                  <a:cubicBezTo>
                    <a:pt x="29524" y="295"/>
                    <a:pt x="27845" y="370"/>
                    <a:pt x="26191" y="545"/>
                  </a:cubicBezTo>
                  <a:cubicBezTo>
                    <a:pt x="25364" y="620"/>
                    <a:pt x="24537" y="696"/>
                    <a:pt x="23710" y="771"/>
                  </a:cubicBezTo>
                  <a:cubicBezTo>
                    <a:pt x="22883" y="846"/>
                    <a:pt x="22081" y="971"/>
                    <a:pt x="21254" y="1072"/>
                  </a:cubicBezTo>
                  <a:cubicBezTo>
                    <a:pt x="19624" y="1272"/>
                    <a:pt x="18045" y="1473"/>
                    <a:pt x="16492" y="1723"/>
                  </a:cubicBezTo>
                  <a:cubicBezTo>
                    <a:pt x="14963" y="1974"/>
                    <a:pt x="13459" y="2199"/>
                    <a:pt x="12055" y="2450"/>
                  </a:cubicBezTo>
                  <a:cubicBezTo>
                    <a:pt x="10652" y="2701"/>
                    <a:pt x="9324" y="2976"/>
                    <a:pt x="8096" y="3202"/>
                  </a:cubicBezTo>
                  <a:cubicBezTo>
                    <a:pt x="7494" y="3327"/>
                    <a:pt x="6893" y="3428"/>
                    <a:pt x="6341" y="3553"/>
                  </a:cubicBezTo>
                  <a:cubicBezTo>
                    <a:pt x="5790" y="3678"/>
                    <a:pt x="5263" y="3778"/>
                    <a:pt x="4762" y="3904"/>
                  </a:cubicBezTo>
                  <a:cubicBezTo>
                    <a:pt x="3785" y="4129"/>
                    <a:pt x="2933" y="4330"/>
                    <a:pt x="2206" y="4480"/>
                  </a:cubicBezTo>
                  <a:cubicBezTo>
                    <a:pt x="802" y="4806"/>
                    <a:pt x="0" y="5006"/>
                    <a:pt x="0" y="5006"/>
                  </a:cubicBezTo>
                  <a:cubicBezTo>
                    <a:pt x="0" y="5006"/>
                    <a:pt x="802" y="4856"/>
                    <a:pt x="2231" y="4580"/>
                  </a:cubicBezTo>
                  <a:cubicBezTo>
                    <a:pt x="2958" y="4430"/>
                    <a:pt x="3810" y="4255"/>
                    <a:pt x="4812" y="4079"/>
                  </a:cubicBezTo>
                  <a:cubicBezTo>
                    <a:pt x="5314" y="3979"/>
                    <a:pt x="5840" y="3879"/>
                    <a:pt x="6391" y="3753"/>
                  </a:cubicBezTo>
                  <a:cubicBezTo>
                    <a:pt x="6943" y="3653"/>
                    <a:pt x="7544" y="3553"/>
                    <a:pt x="8146" y="3453"/>
                  </a:cubicBezTo>
                  <a:cubicBezTo>
                    <a:pt x="9374" y="3252"/>
                    <a:pt x="10702" y="3027"/>
                    <a:pt x="12106" y="2776"/>
                  </a:cubicBezTo>
                  <a:cubicBezTo>
                    <a:pt x="13534" y="2550"/>
                    <a:pt x="15013" y="2350"/>
                    <a:pt x="16567" y="2124"/>
                  </a:cubicBezTo>
                  <a:cubicBezTo>
                    <a:pt x="18096" y="1874"/>
                    <a:pt x="19700" y="1698"/>
                    <a:pt x="21304" y="1498"/>
                  </a:cubicBezTo>
                  <a:cubicBezTo>
                    <a:pt x="22131" y="1397"/>
                    <a:pt x="22933" y="1297"/>
                    <a:pt x="23760" y="1222"/>
                  </a:cubicBezTo>
                  <a:cubicBezTo>
                    <a:pt x="24587" y="1147"/>
                    <a:pt x="25414" y="1072"/>
                    <a:pt x="26241" y="996"/>
                  </a:cubicBezTo>
                  <a:cubicBezTo>
                    <a:pt x="27895" y="821"/>
                    <a:pt x="29549" y="721"/>
                    <a:pt x="31178" y="620"/>
                  </a:cubicBezTo>
                  <a:cubicBezTo>
                    <a:pt x="31579" y="595"/>
                    <a:pt x="31980" y="570"/>
                    <a:pt x="32381" y="545"/>
                  </a:cubicBezTo>
                  <a:cubicBezTo>
                    <a:pt x="32807" y="520"/>
                    <a:pt x="33208" y="495"/>
                    <a:pt x="33609" y="495"/>
                  </a:cubicBezTo>
                  <a:cubicBezTo>
                    <a:pt x="34386" y="470"/>
                    <a:pt x="35188" y="445"/>
                    <a:pt x="35965" y="420"/>
                  </a:cubicBezTo>
                  <a:cubicBezTo>
                    <a:pt x="36742" y="395"/>
                    <a:pt x="37494" y="395"/>
                    <a:pt x="38246" y="395"/>
                  </a:cubicBezTo>
                  <a:cubicBezTo>
                    <a:pt x="38747" y="395"/>
                    <a:pt x="39237" y="373"/>
                    <a:pt x="39724" y="373"/>
                  </a:cubicBezTo>
                  <a:cubicBezTo>
                    <a:pt x="39967" y="373"/>
                    <a:pt x="40209" y="378"/>
                    <a:pt x="40452" y="395"/>
                  </a:cubicBezTo>
                  <a:cubicBezTo>
                    <a:pt x="41153" y="395"/>
                    <a:pt x="41855" y="420"/>
                    <a:pt x="42532" y="420"/>
                  </a:cubicBezTo>
                  <a:cubicBezTo>
                    <a:pt x="43183" y="445"/>
                    <a:pt x="43835" y="495"/>
                    <a:pt x="44462" y="520"/>
                  </a:cubicBezTo>
                  <a:cubicBezTo>
                    <a:pt x="45088" y="545"/>
                    <a:pt x="45690" y="570"/>
                    <a:pt x="46241" y="620"/>
                  </a:cubicBezTo>
                  <a:cubicBezTo>
                    <a:pt x="46818" y="671"/>
                    <a:pt x="47344" y="721"/>
                    <a:pt x="47845" y="771"/>
                  </a:cubicBezTo>
                  <a:cubicBezTo>
                    <a:pt x="48848" y="871"/>
                    <a:pt x="49725" y="971"/>
                    <a:pt x="50452" y="1072"/>
                  </a:cubicBezTo>
                  <a:cubicBezTo>
                    <a:pt x="51178" y="1172"/>
                    <a:pt x="51730" y="1272"/>
                    <a:pt x="52106" y="1347"/>
                  </a:cubicBezTo>
                  <a:cubicBezTo>
                    <a:pt x="52507" y="1422"/>
                    <a:pt x="52707" y="1473"/>
                    <a:pt x="52707" y="1473"/>
                  </a:cubicBezTo>
                  <a:cubicBezTo>
                    <a:pt x="52707" y="1473"/>
                    <a:pt x="52507" y="1422"/>
                    <a:pt x="52131" y="1322"/>
                  </a:cubicBezTo>
                  <a:cubicBezTo>
                    <a:pt x="51730" y="1247"/>
                    <a:pt x="51178" y="1097"/>
                    <a:pt x="50477" y="996"/>
                  </a:cubicBezTo>
                  <a:cubicBezTo>
                    <a:pt x="49750" y="846"/>
                    <a:pt x="48873" y="721"/>
                    <a:pt x="47870" y="595"/>
                  </a:cubicBezTo>
                  <a:cubicBezTo>
                    <a:pt x="46868" y="470"/>
                    <a:pt x="45715" y="320"/>
                    <a:pt x="44487" y="270"/>
                  </a:cubicBezTo>
                  <a:cubicBezTo>
                    <a:pt x="43860" y="219"/>
                    <a:pt x="43209" y="169"/>
                    <a:pt x="42532" y="119"/>
                  </a:cubicBezTo>
                  <a:cubicBezTo>
                    <a:pt x="41855" y="94"/>
                    <a:pt x="41178" y="69"/>
                    <a:pt x="40452" y="44"/>
                  </a:cubicBezTo>
                  <a:cubicBezTo>
                    <a:pt x="39750" y="19"/>
                    <a:pt x="38998" y="19"/>
                    <a:pt x="38246" y="19"/>
                  </a:cubicBezTo>
                  <a:cubicBezTo>
                    <a:pt x="37870" y="6"/>
                    <a:pt x="37494" y="0"/>
                    <a:pt x="371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75" name="Google Shape;775;p69"/>
            <p:cNvSpPr/>
            <p:nvPr/>
          </p:nvSpPr>
          <p:spPr>
            <a:xfrm>
              <a:off x="3412984" y="3478343"/>
              <a:ext cx="894643" cy="87035"/>
            </a:xfrm>
            <a:custGeom>
              <a:avLst/>
              <a:gdLst/>
              <a:ahLst/>
              <a:cxnLst/>
              <a:rect l="l" t="t" r="r" b="b"/>
              <a:pathLst>
                <a:path w="38372" h="3733" extrusionOk="0">
                  <a:moveTo>
                    <a:pt x="38237" y="134"/>
                  </a:moveTo>
                  <a:cubicBezTo>
                    <a:pt x="38326" y="143"/>
                    <a:pt x="38372" y="148"/>
                    <a:pt x="38372" y="148"/>
                  </a:cubicBezTo>
                  <a:cubicBezTo>
                    <a:pt x="38372" y="148"/>
                    <a:pt x="38326" y="141"/>
                    <a:pt x="38237" y="134"/>
                  </a:cubicBezTo>
                  <a:close/>
                  <a:moveTo>
                    <a:pt x="33209" y="1"/>
                  </a:moveTo>
                  <a:cubicBezTo>
                    <a:pt x="32925" y="1"/>
                    <a:pt x="32633" y="6"/>
                    <a:pt x="32332" y="23"/>
                  </a:cubicBezTo>
                  <a:cubicBezTo>
                    <a:pt x="31430" y="48"/>
                    <a:pt x="30452" y="73"/>
                    <a:pt x="29425" y="98"/>
                  </a:cubicBezTo>
                  <a:cubicBezTo>
                    <a:pt x="28372" y="148"/>
                    <a:pt x="27294" y="224"/>
                    <a:pt x="26166" y="299"/>
                  </a:cubicBezTo>
                  <a:cubicBezTo>
                    <a:pt x="25039" y="374"/>
                    <a:pt x="23861" y="424"/>
                    <a:pt x="22683" y="549"/>
                  </a:cubicBezTo>
                  <a:cubicBezTo>
                    <a:pt x="21505" y="650"/>
                    <a:pt x="20302" y="775"/>
                    <a:pt x="19099" y="875"/>
                  </a:cubicBezTo>
                  <a:cubicBezTo>
                    <a:pt x="17896" y="1001"/>
                    <a:pt x="16693" y="1126"/>
                    <a:pt x="15515" y="1301"/>
                  </a:cubicBezTo>
                  <a:cubicBezTo>
                    <a:pt x="14337" y="1452"/>
                    <a:pt x="13184" y="1602"/>
                    <a:pt x="12056" y="1752"/>
                  </a:cubicBezTo>
                  <a:cubicBezTo>
                    <a:pt x="10928" y="1903"/>
                    <a:pt x="9851" y="2053"/>
                    <a:pt x="8823" y="2204"/>
                  </a:cubicBezTo>
                  <a:cubicBezTo>
                    <a:pt x="7795" y="2379"/>
                    <a:pt x="6843" y="2529"/>
                    <a:pt x="5941" y="2680"/>
                  </a:cubicBezTo>
                  <a:cubicBezTo>
                    <a:pt x="4161" y="3006"/>
                    <a:pt x="2683" y="3256"/>
                    <a:pt x="1630" y="3432"/>
                  </a:cubicBezTo>
                  <a:cubicBezTo>
                    <a:pt x="602" y="3632"/>
                    <a:pt x="1" y="3732"/>
                    <a:pt x="1" y="3732"/>
                  </a:cubicBezTo>
                  <a:cubicBezTo>
                    <a:pt x="1" y="3732"/>
                    <a:pt x="602" y="3657"/>
                    <a:pt x="1655" y="3532"/>
                  </a:cubicBezTo>
                  <a:cubicBezTo>
                    <a:pt x="2708" y="3381"/>
                    <a:pt x="4186" y="3181"/>
                    <a:pt x="5991" y="2955"/>
                  </a:cubicBezTo>
                  <a:cubicBezTo>
                    <a:pt x="6868" y="2805"/>
                    <a:pt x="7845" y="2680"/>
                    <a:pt x="8873" y="2529"/>
                  </a:cubicBezTo>
                  <a:cubicBezTo>
                    <a:pt x="9901" y="2404"/>
                    <a:pt x="10978" y="2279"/>
                    <a:pt x="12106" y="2153"/>
                  </a:cubicBezTo>
                  <a:cubicBezTo>
                    <a:pt x="13234" y="2003"/>
                    <a:pt x="14387" y="1878"/>
                    <a:pt x="15565" y="1727"/>
                  </a:cubicBezTo>
                  <a:cubicBezTo>
                    <a:pt x="16743" y="1552"/>
                    <a:pt x="17946" y="1452"/>
                    <a:pt x="19149" y="1351"/>
                  </a:cubicBezTo>
                  <a:cubicBezTo>
                    <a:pt x="20327" y="1226"/>
                    <a:pt x="21530" y="1101"/>
                    <a:pt x="22708" y="975"/>
                  </a:cubicBezTo>
                  <a:cubicBezTo>
                    <a:pt x="23886" y="850"/>
                    <a:pt x="25064" y="775"/>
                    <a:pt x="26191" y="700"/>
                  </a:cubicBezTo>
                  <a:cubicBezTo>
                    <a:pt x="27319" y="625"/>
                    <a:pt x="28397" y="499"/>
                    <a:pt x="29425" y="449"/>
                  </a:cubicBezTo>
                  <a:cubicBezTo>
                    <a:pt x="30477" y="374"/>
                    <a:pt x="31455" y="324"/>
                    <a:pt x="32357" y="274"/>
                  </a:cubicBezTo>
                  <a:cubicBezTo>
                    <a:pt x="33259" y="224"/>
                    <a:pt x="34086" y="224"/>
                    <a:pt x="34813" y="173"/>
                  </a:cubicBezTo>
                  <a:cubicBezTo>
                    <a:pt x="35540" y="148"/>
                    <a:pt x="36192" y="148"/>
                    <a:pt x="36718" y="148"/>
                  </a:cubicBezTo>
                  <a:cubicBezTo>
                    <a:pt x="37244" y="123"/>
                    <a:pt x="37645" y="123"/>
                    <a:pt x="37946" y="123"/>
                  </a:cubicBezTo>
                  <a:cubicBezTo>
                    <a:pt x="38068" y="123"/>
                    <a:pt x="38166" y="128"/>
                    <a:pt x="38237" y="134"/>
                  </a:cubicBezTo>
                  <a:lnTo>
                    <a:pt x="38237" y="134"/>
                  </a:lnTo>
                  <a:cubicBezTo>
                    <a:pt x="38005" y="111"/>
                    <a:pt x="37479" y="66"/>
                    <a:pt x="36718" y="48"/>
                  </a:cubicBezTo>
                  <a:cubicBezTo>
                    <a:pt x="36192" y="23"/>
                    <a:pt x="35540" y="23"/>
                    <a:pt x="34813" y="23"/>
                  </a:cubicBezTo>
                  <a:cubicBezTo>
                    <a:pt x="34312" y="23"/>
                    <a:pt x="33777" y="1"/>
                    <a:pt x="332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76" name="Google Shape;776;p69"/>
            <p:cNvSpPr/>
            <p:nvPr/>
          </p:nvSpPr>
          <p:spPr>
            <a:xfrm>
              <a:off x="4710792" y="3309335"/>
              <a:ext cx="1269199" cy="104125"/>
            </a:xfrm>
            <a:custGeom>
              <a:avLst/>
              <a:gdLst/>
              <a:ahLst/>
              <a:cxnLst/>
              <a:rect l="l" t="t" r="r" b="b"/>
              <a:pathLst>
                <a:path w="54437" h="4466" extrusionOk="0">
                  <a:moveTo>
                    <a:pt x="22079" y="1"/>
                  </a:moveTo>
                  <a:cubicBezTo>
                    <a:pt x="20313" y="1"/>
                    <a:pt x="18576" y="51"/>
                    <a:pt x="16893" y="154"/>
                  </a:cubicBezTo>
                  <a:cubicBezTo>
                    <a:pt x="15264" y="254"/>
                    <a:pt x="13685" y="430"/>
                    <a:pt x="12206" y="630"/>
                  </a:cubicBezTo>
                  <a:cubicBezTo>
                    <a:pt x="10752" y="856"/>
                    <a:pt x="9349" y="1107"/>
                    <a:pt x="8071" y="1407"/>
                  </a:cubicBezTo>
                  <a:cubicBezTo>
                    <a:pt x="7444" y="1558"/>
                    <a:pt x="6842" y="1733"/>
                    <a:pt x="6266" y="1884"/>
                  </a:cubicBezTo>
                  <a:cubicBezTo>
                    <a:pt x="5715" y="2059"/>
                    <a:pt x="5163" y="2209"/>
                    <a:pt x="4662" y="2385"/>
                  </a:cubicBezTo>
                  <a:cubicBezTo>
                    <a:pt x="3659" y="2736"/>
                    <a:pt x="2807" y="3087"/>
                    <a:pt x="2106" y="3387"/>
                  </a:cubicBezTo>
                  <a:cubicBezTo>
                    <a:pt x="1780" y="3563"/>
                    <a:pt x="1454" y="3688"/>
                    <a:pt x="1203" y="3813"/>
                  </a:cubicBezTo>
                  <a:cubicBezTo>
                    <a:pt x="928" y="3964"/>
                    <a:pt x="727" y="4089"/>
                    <a:pt x="527" y="4164"/>
                  </a:cubicBezTo>
                  <a:cubicBezTo>
                    <a:pt x="176" y="4365"/>
                    <a:pt x="0" y="4465"/>
                    <a:pt x="0" y="4465"/>
                  </a:cubicBezTo>
                  <a:cubicBezTo>
                    <a:pt x="0" y="4465"/>
                    <a:pt x="176" y="4365"/>
                    <a:pt x="552" y="4189"/>
                  </a:cubicBezTo>
                  <a:cubicBezTo>
                    <a:pt x="727" y="4114"/>
                    <a:pt x="953" y="3989"/>
                    <a:pt x="1228" y="3864"/>
                  </a:cubicBezTo>
                  <a:cubicBezTo>
                    <a:pt x="1504" y="3763"/>
                    <a:pt x="1805" y="3638"/>
                    <a:pt x="2156" y="3488"/>
                  </a:cubicBezTo>
                  <a:cubicBezTo>
                    <a:pt x="2857" y="3187"/>
                    <a:pt x="3710" y="2861"/>
                    <a:pt x="4712" y="2560"/>
                  </a:cubicBezTo>
                  <a:cubicBezTo>
                    <a:pt x="5213" y="2385"/>
                    <a:pt x="5765" y="2260"/>
                    <a:pt x="6341" y="2084"/>
                  </a:cubicBezTo>
                  <a:cubicBezTo>
                    <a:pt x="6918" y="1959"/>
                    <a:pt x="7494" y="1783"/>
                    <a:pt x="8146" y="1658"/>
                  </a:cubicBezTo>
                  <a:cubicBezTo>
                    <a:pt x="9399" y="1382"/>
                    <a:pt x="10802" y="1157"/>
                    <a:pt x="12256" y="956"/>
                  </a:cubicBezTo>
                  <a:cubicBezTo>
                    <a:pt x="13735" y="781"/>
                    <a:pt x="15289" y="655"/>
                    <a:pt x="16918" y="555"/>
                  </a:cubicBezTo>
                  <a:cubicBezTo>
                    <a:pt x="18373" y="476"/>
                    <a:pt x="19874" y="438"/>
                    <a:pt x="21401" y="438"/>
                  </a:cubicBezTo>
                  <a:cubicBezTo>
                    <a:pt x="23265" y="438"/>
                    <a:pt x="25166" y="495"/>
                    <a:pt x="27068" y="605"/>
                  </a:cubicBezTo>
                  <a:cubicBezTo>
                    <a:pt x="30502" y="756"/>
                    <a:pt x="33960" y="1107"/>
                    <a:pt x="37168" y="1508"/>
                  </a:cubicBezTo>
                  <a:cubicBezTo>
                    <a:pt x="38772" y="1733"/>
                    <a:pt x="40326" y="1934"/>
                    <a:pt x="41805" y="2159"/>
                  </a:cubicBezTo>
                  <a:cubicBezTo>
                    <a:pt x="43284" y="2385"/>
                    <a:pt x="44662" y="2610"/>
                    <a:pt x="45940" y="2836"/>
                  </a:cubicBezTo>
                  <a:cubicBezTo>
                    <a:pt x="47219" y="3062"/>
                    <a:pt x="48397" y="3287"/>
                    <a:pt x="49424" y="3488"/>
                  </a:cubicBezTo>
                  <a:cubicBezTo>
                    <a:pt x="50477" y="3688"/>
                    <a:pt x="51379" y="3864"/>
                    <a:pt x="52106" y="3989"/>
                  </a:cubicBezTo>
                  <a:cubicBezTo>
                    <a:pt x="53610" y="4290"/>
                    <a:pt x="54437" y="4465"/>
                    <a:pt x="54437" y="4465"/>
                  </a:cubicBezTo>
                  <a:cubicBezTo>
                    <a:pt x="54437" y="4465"/>
                    <a:pt x="53610" y="4265"/>
                    <a:pt x="52131" y="3914"/>
                  </a:cubicBezTo>
                  <a:cubicBezTo>
                    <a:pt x="50652" y="3563"/>
                    <a:pt x="48547" y="3087"/>
                    <a:pt x="45991" y="2585"/>
                  </a:cubicBezTo>
                  <a:cubicBezTo>
                    <a:pt x="43434" y="2109"/>
                    <a:pt x="40452" y="1558"/>
                    <a:pt x="37219" y="1132"/>
                  </a:cubicBezTo>
                  <a:cubicBezTo>
                    <a:pt x="34011" y="681"/>
                    <a:pt x="30552" y="330"/>
                    <a:pt x="27093" y="129"/>
                  </a:cubicBezTo>
                  <a:cubicBezTo>
                    <a:pt x="25409" y="44"/>
                    <a:pt x="23732" y="1"/>
                    <a:pt x="220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77" name="Google Shape;777;p69"/>
            <p:cNvSpPr/>
            <p:nvPr/>
          </p:nvSpPr>
          <p:spPr>
            <a:xfrm>
              <a:off x="4987163" y="3347315"/>
              <a:ext cx="790635" cy="66145"/>
            </a:xfrm>
            <a:custGeom>
              <a:avLst/>
              <a:gdLst/>
              <a:ahLst/>
              <a:cxnLst/>
              <a:rect l="l" t="t" r="r" b="b"/>
              <a:pathLst>
                <a:path w="33911" h="2837" extrusionOk="0">
                  <a:moveTo>
                    <a:pt x="9076" y="0"/>
                  </a:moveTo>
                  <a:cubicBezTo>
                    <a:pt x="8672" y="0"/>
                    <a:pt x="8277" y="8"/>
                    <a:pt x="7896" y="29"/>
                  </a:cubicBezTo>
                  <a:cubicBezTo>
                    <a:pt x="6968" y="54"/>
                    <a:pt x="6116" y="79"/>
                    <a:pt x="5314" y="104"/>
                  </a:cubicBezTo>
                  <a:cubicBezTo>
                    <a:pt x="4512" y="154"/>
                    <a:pt x="3760" y="230"/>
                    <a:pt x="3109" y="280"/>
                  </a:cubicBezTo>
                  <a:cubicBezTo>
                    <a:pt x="2808" y="305"/>
                    <a:pt x="2482" y="330"/>
                    <a:pt x="2207" y="355"/>
                  </a:cubicBezTo>
                  <a:cubicBezTo>
                    <a:pt x="1931" y="380"/>
                    <a:pt x="1680" y="430"/>
                    <a:pt x="1455" y="480"/>
                  </a:cubicBezTo>
                  <a:cubicBezTo>
                    <a:pt x="527" y="631"/>
                    <a:pt x="1" y="706"/>
                    <a:pt x="1" y="706"/>
                  </a:cubicBezTo>
                  <a:cubicBezTo>
                    <a:pt x="1" y="706"/>
                    <a:pt x="527" y="656"/>
                    <a:pt x="1455" y="555"/>
                  </a:cubicBezTo>
                  <a:cubicBezTo>
                    <a:pt x="1705" y="530"/>
                    <a:pt x="1956" y="505"/>
                    <a:pt x="2232" y="480"/>
                  </a:cubicBezTo>
                  <a:cubicBezTo>
                    <a:pt x="2507" y="455"/>
                    <a:pt x="2808" y="455"/>
                    <a:pt x="3134" y="430"/>
                  </a:cubicBezTo>
                  <a:cubicBezTo>
                    <a:pt x="3785" y="405"/>
                    <a:pt x="4512" y="380"/>
                    <a:pt x="5314" y="355"/>
                  </a:cubicBezTo>
                  <a:lnTo>
                    <a:pt x="7896" y="355"/>
                  </a:lnTo>
                  <a:cubicBezTo>
                    <a:pt x="8798" y="355"/>
                    <a:pt x="9775" y="405"/>
                    <a:pt x="10778" y="430"/>
                  </a:cubicBezTo>
                  <a:cubicBezTo>
                    <a:pt x="11755" y="480"/>
                    <a:pt x="12808" y="480"/>
                    <a:pt x="13836" y="555"/>
                  </a:cubicBezTo>
                  <a:cubicBezTo>
                    <a:pt x="14888" y="631"/>
                    <a:pt x="15941" y="681"/>
                    <a:pt x="17019" y="756"/>
                  </a:cubicBezTo>
                  <a:cubicBezTo>
                    <a:pt x="18071" y="806"/>
                    <a:pt x="19124" y="931"/>
                    <a:pt x="20177" y="1032"/>
                  </a:cubicBezTo>
                  <a:cubicBezTo>
                    <a:pt x="21229" y="1132"/>
                    <a:pt x="22257" y="1232"/>
                    <a:pt x="23234" y="1307"/>
                  </a:cubicBezTo>
                  <a:cubicBezTo>
                    <a:pt x="25214" y="1558"/>
                    <a:pt x="27069" y="1808"/>
                    <a:pt x="28648" y="2009"/>
                  </a:cubicBezTo>
                  <a:cubicBezTo>
                    <a:pt x="30227" y="2285"/>
                    <a:pt x="31555" y="2460"/>
                    <a:pt x="32457" y="2610"/>
                  </a:cubicBezTo>
                  <a:cubicBezTo>
                    <a:pt x="33385" y="2761"/>
                    <a:pt x="33911" y="2836"/>
                    <a:pt x="33911" y="2836"/>
                  </a:cubicBezTo>
                  <a:cubicBezTo>
                    <a:pt x="33911" y="2836"/>
                    <a:pt x="33385" y="2736"/>
                    <a:pt x="32482" y="2535"/>
                  </a:cubicBezTo>
                  <a:cubicBezTo>
                    <a:pt x="31580" y="2335"/>
                    <a:pt x="30277" y="2059"/>
                    <a:pt x="28698" y="1758"/>
                  </a:cubicBezTo>
                  <a:cubicBezTo>
                    <a:pt x="27896" y="1608"/>
                    <a:pt x="27044" y="1483"/>
                    <a:pt x="26141" y="1357"/>
                  </a:cubicBezTo>
                  <a:cubicBezTo>
                    <a:pt x="25239" y="1207"/>
                    <a:pt x="24287" y="1082"/>
                    <a:pt x="23284" y="931"/>
                  </a:cubicBezTo>
                  <a:cubicBezTo>
                    <a:pt x="22282" y="806"/>
                    <a:pt x="21254" y="706"/>
                    <a:pt x="20227" y="605"/>
                  </a:cubicBezTo>
                  <a:cubicBezTo>
                    <a:pt x="19174" y="480"/>
                    <a:pt x="18121" y="355"/>
                    <a:pt x="17044" y="305"/>
                  </a:cubicBezTo>
                  <a:cubicBezTo>
                    <a:pt x="15966" y="255"/>
                    <a:pt x="14913" y="179"/>
                    <a:pt x="13861" y="129"/>
                  </a:cubicBezTo>
                  <a:cubicBezTo>
                    <a:pt x="12808" y="54"/>
                    <a:pt x="11781" y="54"/>
                    <a:pt x="10778" y="29"/>
                  </a:cubicBezTo>
                  <a:cubicBezTo>
                    <a:pt x="10199" y="15"/>
                    <a:pt x="9629" y="0"/>
                    <a:pt x="90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78" name="Google Shape;778;p69"/>
            <p:cNvSpPr/>
            <p:nvPr/>
          </p:nvSpPr>
          <p:spPr>
            <a:xfrm>
              <a:off x="4740588" y="3431107"/>
              <a:ext cx="1228887" cy="116738"/>
            </a:xfrm>
            <a:custGeom>
              <a:avLst/>
              <a:gdLst/>
              <a:ahLst/>
              <a:cxnLst/>
              <a:rect l="l" t="t" r="r" b="b"/>
              <a:pathLst>
                <a:path w="52708" h="5007" extrusionOk="0">
                  <a:moveTo>
                    <a:pt x="15580" y="0"/>
                  </a:moveTo>
                  <a:cubicBezTo>
                    <a:pt x="15195" y="0"/>
                    <a:pt x="14813" y="6"/>
                    <a:pt x="14437" y="19"/>
                  </a:cubicBezTo>
                  <a:cubicBezTo>
                    <a:pt x="13685" y="19"/>
                    <a:pt x="12958" y="19"/>
                    <a:pt x="12231" y="44"/>
                  </a:cubicBezTo>
                  <a:cubicBezTo>
                    <a:pt x="11529" y="69"/>
                    <a:pt x="10828" y="94"/>
                    <a:pt x="10151" y="119"/>
                  </a:cubicBezTo>
                  <a:cubicBezTo>
                    <a:pt x="9474" y="169"/>
                    <a:pt x="8823" y="219"/>
                    <a:pt x="8221" y="270"/>
                  </a:cubicBezTo>
                  <a:cubicBezTo>
                    <a:pt x="6968" y="320"/>
                    <a:pt x="5840" y="470"/>
                    <a:pt x="4813" y="595"/>
                  </a:cubicBezTo>
                  <a:cubicBezTo>
                    <a:pt x="3810" y="721"/>
                    <a:pt x="2933" y="846"/>
                    <a:pt x="2231" y="996"/>
                  </a:cubicBezTo>
                  <a:cubicBezTo>
                    <a:pt x="1504" y="1097"/>
                    <a:pt x="953" y="1247"/>
                    <a:pt x="577" y="1322"/>
                  </a:cubicBezTo>
                  <a:cubicBezTo>
                    <a:pt x="201" y="1422"/>
                    <a:pt x="0" y="1473"/>
                    <a:pt x="0" y="1473"/>
                  </a:cubicBezTo>
                  <a:cubicBezTo>
                    <a:pt x="0" y="1473"/>
                    <a:pt x="201" y="1422"/>
                    <a:pt x="577" y="1347"/>
                  </a:cubicBezTo>
                  <a:cubicBezTo>
                    <a:pt x="953" y="1272"/>
                    <a:pt x="1529" y="1172"/>
                    <a:pt x="2231" y="1072"/>
                  </a:cubicBezTo>
                  <a:cubicBezTo>
                    <a:pt x="2958" y="971"/>
                    <a:pt x="3835" y="871"/>
                    <a:pt x="4838" y="771"/>
                  </a:cubicBezTo>
                  <a:cubicBezTo>
                    <a:pt x="5339" y="721"/>
                    <a:pt x="5890" y="671"/>
                    <a:pt x="6442" y="620"/>
                  </a:cubicBezTo>
                  <a:cubicBezTo>
                    <a:pt x="7018" y="570"/>
                    <a:pt x="7595" y="545"/>
                    <a:pt x="8221" y="520"/>
                  </a:cubicBezTo>
                  <a:cubicBezTo>
                    <a:pt x="8848" y="495"/>
                    <a:pt x="9499" y="445"/>
                    <a:pt x="10176" y="420"/>
                  </a:cubicBezTo>
                  <a:cubicBezTo>
                    <a:pt x="10828" y="420"/>
                    <a:pt x="11529" y="395"/>
                    <a:pt x="12256" y="395"/>
                  </a:cubicBezTo>
                  <a:cubicBezTo>
                    <a:pt x="12490" y="378"/>
                    <a:pt x="12727" y="373"/>
                    <a:pt x="12966" y="373"/>
                  </a:cubicBezTo>
                  <a:cubicBezTo>
                    <a:pt x="13445" y="373"/>
                    <a:pt x="13935" y="395"/>
                    <a:pt x="14437" y="395"/>
                  </a:cubicBezTo>
                  <a:cubicBezTo>
                    <a:pt x="15189" y="395"/>
                    <a:pt x="15940" y="395"/>
                    <a:pt x="16717" y="420"/>
                  </a:cubicBezTo>
                  <a:cubicBezTo>
                    <a:pt x="17494" y="445"/>
                    <a:pt x="18296" y="470"/>
                    <a:pt x="19098" y="495"/>
                  </a:cubicBezTo>
                  <a:cubicBezTo>
                    <a:pt x="19499" y="495"/>
                    <a:pt x="19900" y="520"/>
                    <a:pt x="20301" y="545"/>
                  </a:cubicBezTo>
                  <a:cubicBezTo>
                    <a:pt x="20702" y="570"/>
                    <a:pt x="21103" y="595"/>
                    <a:pt x="21529" y="620"/>
                  </a:cubicBezTo>
                  <a:cubicBezTo>
                    <a:pt x="23159" y="721"/>
                    <a:pt x="24813" y="821"/>
                    <a:pt x="26467" y="996"/>
                  </a:cubicBezTo>
                  <a:cubicBezTo>
                    <a:pt x="27269" y="1072"/>
                    <a:pt x="28096" y="1147"/>
                    <a:pt x="28923" y="1222"/>
                  </a:cubicBezTo>
                  <a:cubicBezTo>
                    <a:pt x="29750" y="1297"/>
                    <a:pt x="30577" y="1397"/>
                    <a:pt x="31379" y="1498"/>
                  </a:cubicBezTo>
                  <a:cubicBezTo>
                    <a:pt x="33008" y="1698"/>
                    <a:pt x="34612" y="1874"/>
                    <a:pt x="36141" y="2124"/>
                  </a:cubicBezTo>
                  <a:cubicBezTo>
                    <a:pt x="37670" y="2350"/>
                    <a:pt x="39174" y="2550"/>
                    <a:pt x="40577" y="2776"/>
                  </a:cubicBezTo>
                  <a:cubicBezTo>
                    <a:pt x="41981" y="3027"/>
                    <a:pt x="43309" y="3252"/>
                    <a:pt x="44537" y="3453"/>
                  </a:cubicBezTo>
                  <a:cubicBezTo>
                    <a:pt x="45164" y="3553"/>
                    <a:pt x="45740" y="3653"/>
                    <a:pt x="46291" y="3753"/>
                  </a:cubicBezTo>
                  <a:cubicBezTo>
                    <a:pt x="46868" y="3879"/>
                    <a:pt x="47394" y="3979"/>
                    <a:pt x="47895" y="4079"/>
                  </a:cubicBezTo>
                  <a:cubicBezTo>
                    <a:pt x="48873" y="4255"/>
                    <a:pt x="49750" y="4430"/>
                    <a:pt x="50452" y="4580"/>
                  </a:cubicBezTo>
                  <a:cubicBezTo>
                    <a:pt x="51880" y="4856"/>
                    <a:pt x="52708" y="5006"/>
                    <a:pt x="52708" y="5006"/>
                  </a:cubicBezTo>
                  <a:cubicBezTo>
                    <a:pt x="52708" y="5006"/>
                    <a:pt x="51880" y="4806"/>
                    <a:pt x="50477" y="4480"/>
                  </a:cubicBezTo>
                  <a:cubicBezTo>
                    <a:pt x="49775" y="4330"/>
                    <a:pt x="48898" y="4129"/>
                    <a:pt x="47921" y="3904"/>
                  </a:cubicBezTo>
                  <a:cubicBezTo>
                    <a:pt x="47419" y="3778"/>
                    <a:pt x="46893" y="3678"/>
                    <a:pt x="46342" y="3553"/>
                  </a:cubicBezTo>
                  <a:cubicBezTo>
                    <a:pt x="45790" y="3428"/>
                    <a:pt x="45189" y="3327"/>
                    <a:pt x="44587" y="3202"/>
                  </a:cubicBezTo>
                  <a:cubicBezTo>
                    <a:pt x="43359" y="2976"/>
                    <a:pt x="42031" y="2701"/>
                    <a:pt x="40627" y="2450"/>
                  </a:cubicBezTo>
                  <a:cubicBezTo>
                    <a:pt x="39224" y="2199"/>
                    <a:pt x="37745" y="1974"/>
                    <a:pt x="36191" y="1723"/>
                  </a:cubicBezTo>
                  <a:cubicBezTo>
                    <a:pt x="34662" y="1473"/>
                    <a:pt x="33058" y="1272"/>
                    <a:pt x="31429" y="1072"/>
                  </a:cubicBezTo>
                  <a:cubicBezTo>
                    <a:pt x="30627" y="971"/>
                    <a:pt x="29800" y="846"/>
                    <a:pt x="28973" y="771"/>
                  </a:cubicBezTo>
                  <a:cubicBezTo>
                    <a:pt x="28146" y="696"/>
                    <a:pt x="27319" y="620"/>
                    <a:pt x="26492" y="545"/>
                  </a:cubicBezTo>
                  <a:cubicBezTo>
                    <a:pt x="24838" y="370"/>
                    <a:pt x="23184" y="295"/>
                    <a:pt x="21554" y="194"/>
                  </a:cubicBezTo>
                  <a:cubicBezTo>
                    <a:pt x="21128" y="169"/>
                    <a:pt x="20727" y="144"/>
                    <a:pt x="20326" y="119"/>
                  </a:cubicBezTo>
                  <a:cubicBezTo>
                    <a:pt x="19925" y="94"/>
                    <a:pt x="19499" y="94"/>
                    <a:pt x="19098" y="69"/>
                  </a:cubicBezTo>
                  <a:cubicBezTo>
                    <a:pt x="18296" y="44"/>
                    <a:pt x="17519" y="44"/>
                    <a:pt x="16742" y="19"/>
                  </a:cubicBezTo>
                  <a:cubicBezTo>
                    <a:pt x="16354" y="6"/>
                    <a:pt x="15965" y="0"/>
                    <a:pt x="15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79" name="Google Shape;779;p69"/>
            <p:cNvSpPr/>
            <p:nvPr/>
          </p:nvSpPr>
          <p:spPr>
            <a:xfrm>
              <a:off x="4939252" y="3478343"/>
              <a:ext cx="894060" cy="87035"/>
            </a:xfrm>
            <a:custGeom>
              <a:avLst/>
              <a:gdLst/>
              <a:ahLst/>
              <a:cxnLst/>
              <a:rect l="l" t="t" r="r" b="b"/>
              <a:pathLst>
                <a:path w="38347" h="3733" extrusionOk="0">
                  <a:moveTo>
                    <a:pt x="116" y="135"/>
                  </a:moveTo>
                  <a:lnTo>
                    <a:pt x="116" y="135"/>
                  </a:lnTo>
                  <a:cubicBezTo>
                    <a:pt x="40" y="142"/>
                    <a:pt x="1" y="148"/>
                    <a:pt x="1" y="148"/>
                  </a:cubicBezTo>
                  <a:cubicBezTo>
                    <a:pt x="1" y="148"/>
                    <a:pt x="40" y="143"/>
                    <a:pt x="116" y="135"/>
                  </a:cubicBezTo>
                  <a:close/>
                  <a:moveTo>
                    <a:pt x="5140" y="1"/>
                  </a:moveTo>
                  <a:cubicBezTo>
                    <a:pt x="4573" y="1"/>
                    <a:pt x="4044" y="23"/>
                    <a:pt x="3560" y="23"/>
                  </a:cubicBezTo>
                  <a:cubicBezTo>
                    <a:pt x="2808" y="23"/>
                    <a:pt x="2181" y="23"/>
                    <a:pt x="1655" y="48"/>
                  </a:cubicBezTo>
                  <a:cubicBezTo>
                    <a:pt x="857" y="67"/>
                    <a:pt x="334" y="113"/>
                    <a:pt x="116" y="135"/>
                  </a:cubicBezTo>
                  <a:lnTo>
                    <a:pt x="116" y="135"/>
                  </a:lnTo>
                  <a:cubicBezTo>
                    <a:pt x="188" y="129"/>
                    <a:pt x="293" y="123"/>
                    <a:pt x="427" y="123"/>
                  </a:cubicBezTo>
                  <a:cubicBezTo>
                    <a:pt x="703" y="123"/>
                    <a:pt x="1129" y="123"/>
                    <a:pt x="1655" y="148"/>
                  </a:cubicBezTo>
                  <a:cubicBezTo>
                    <a:pt x="2181" y="148"/>
                    <a:pt x="2808" y="148"/>
                    <a:pt x="3560" y="173"/>
                  </a:cubicBezTo>
                  <a:cubicBezTo>
                    <a:pt x="4287" y="224"/>
                    <a:pt x="5114" y="224"/>
                    <a:pt x="6016" y="274"/>
                  </a:cubicBezTo>
                  <a:cubicBezTo>
                    <a:pt x="6918" y="324"/>
                    <a:pt x="7896" y="374"/>
                    <a:pt x="8923" y="449"/>
                  </a:cubicBezTo>
                  <a:cubicBezTo>
                    <a:pt x="9951" y="499"/>
                    <a:pt x="11054" y="625"/>
                    <a:pt x="12181" y="700"/>
                  </a:cubicBezTo>
                  <a:cubicBezTo>
                    <a:pt x="13284" y="775"/>
                    <a:pt x="14462" y="850"/>
                    <a:pt x="15640" y="975"/>
                  </a:cubicBezTo>
                  <a:cubicBezTo>
                    <a:pt x="16818" y="1101"/>
                    <a:pt x="18021" y="1226"/>
                    <a:pt x="19224" y="1351"/>
                  </a:cubicBezTo>
                  <a:cubicBezTo>
                    <a:pt x="20427" y="1452"/>
                    <a:pt x="21605" y="1552"/>
                    <a:pt x="22783" y="1727"/>
                  </a:cubicBezTo>
                  <a:cubicBezTo>
                    <a:pt x="23961" y="1878"/>
                    <a:pt x="25139" y="2003"/>
                    <a:pt x="26242" y="2153"/>
                  </a:cubicBezTo>
                  <a:cubicBezTo>
                    <a:pt x="27369" y="2279"/>
                    <a:pt x="28447" y="2404"/>
                    <a:pt x="29475" y="2529"/>
                  </a:cubicBezTo>
                  <a:cubicBezTo>
                    <a:pt x="30502" y="2680"/>
                    <a:pt x="31480" y="2805"/>
                    <a:pt x="32382" y="2955"/>
                  </a:cubicBezTo>
                  <a:cubicBezTo>
                    <a:pt x="34161" y="3181"/>
                    <a:pt x="35665" y="3381"/>
                    <a:pt x="36693" y="3532"/>
                  </a:cubicBezTo>
                  <a:cubicBezTo>
                    <a:pt x="37745" y="3657"/>
                    <a:pt x="38347" y="3732"/>
                    <a:pt x="38347" y="3732"/>
                  </a:cubicBezTo>
                  <a:cubicBezTo>
                    <a:pt x="38347" y="3732"/>
                    <a:pt x="37745" y="3632"/>
                    <a:pt x="36718" y="3432"/>
                  </a:cubicBezTo>
                  <a:cubicBezTo>
                    <a:pt x="35690" y="3256"/>
                    <a:pt x="34186" y="3006"/>
                    <a:pt x="32407" y="2680"/>
                  </a:cubicBezTo>
                  <a:cubicBezTo>
                    <a:pt x="31530" y="2529"/>
                    <a:pt x="30552" y="2379"/>
                    <a:pt x="29525" y="2204"/>
                  </a:cubicBezTo>
                  <a:cubicBezTo>
                    <a:pt x="28497" y="2053"/>
                    <a:pt x="27420" y="1903"/>
                    <a:pt x="26292" y="1752"/>
                  </a:cubicBezTo>
                  <a:cubicBezTo>
                    <a:pt x="25189" y="1602"/>
                    <a:pt x="24011" y="1452"/>
                    <a:pt x="22833" y="1301"/>
                  </a:cubicBezTo>
                  <a:cubicBezTo>
                    <a:pt x="21655" y="1126"/>
                    <a:pt x="20477" y="1001"/>
                    <a:pt x="19274" y="875"/>
                  </a:cubicBezTo>
                  <a:cubicBezTo>
                    <a:pt x="18071" y="775"/>
                    <a:pt x="16868" y="650"/>
                    <a:pt x="15690" y="549"/>
                  </a:cubicBezTo>
                  <a:cubicBezTo>
                    <a:pt x="14487" y="424"/>
                    <a:pt x="13334" y="374"/>
                    <a:pt x="12206" y="299"/>
                  </a:cubicBezTo>
                  <a:cubicBezTo>
                    <a:pt x="11079" y="224"/>
                    <a:pt x="9976" y="148"/>
                    <a:pt x="8948" y="98"/>
                  </a:cubicBezTo>
                  <a:cubicBezTo>
                    <a:pt x="7896" y="73"/>
                    <a:pt x="6918" y="48"/>
                    <a:pt x="6016" y="23"/>
                  </a:cubicBezTo>
                  <a:cubicBezTo>
                    <a:pt x="5715" y="6"/>
                    <a:pt x="5423" y="1"/>
                    <a:pt x="51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80" name="Google Shape;780;p69"/>
            <p:cNvSpPr/>
            <p:nvPr/>
          </p:nvSpPr>
          <p:spPr>
            <a:xfrm>
              <a:off x="3152374" y="3522104"/>
              <a:ext cx="2942166" cy="203377"/>
            </a:xfrm>
            <a:custGeom>
              <a:avLst/>
              <a:gdLst/>
              <a:ahLst/>
              <a:cxnLst/>
              <a:rect l="l" t="t" r="r" b="b"/>
              <a:pathLst>
                <a:path w="126192" h="8723" extrusionOk="0">
                  <a:moveTo>
                    <a:pt x="59124" y="1"/>
                  </a:moveTo>
                  <a:lnTo>
                    <a:pt x="57996" y="101"/>
                  </a:lnTo>
                  <a:lnTo>
                    <a:pt x="1" y="6091"/>
                  </a:lnTo>
                  <a:lnTo>
                    <a:pt x="1530" y="8723"/>
                  </a:lnTo>
                  <a:lnTo>
                    <a:pt x="57294" y="2958"/>
                  </a:lnTo>
                  <a:cubicBezTo>
                    <a:pt x="58147" y="4387"/>
                    <a:pt x="59951" y="5214"/>
                    <a:pt x="63084" y="5214"/>
                  </a:cubicBezTo>
                  <a:cubicBezTo>
                    <a:pt x="66217" y="5214"/>
                    <a:pt x="68046" y="4387"/>
                    <a:pt x="68873" y="2958"/>
                  </a:cubicBezTo>
                  <a:lnTo>
                    <a:pt x="124638" y="8723"/>
                  </a:lnTo>
                  <a:lnTo>
                    <a:pt x="126192" y="6091"/>
                  </a:lnTo>
                  <a:lnTo>
                    <a:pt x="68172" y="101"/>
                  </a:lnTo>
                  <a:lnTo>
                    <a:pt x="67044" y="1"/>
                  </a:lnTo>
                  <a:lnTo>
                    <a:pt x="66718" y="1078"/>
                  </a:lnTo>
                  <a:cubicBezTo>
                    <a:pt x="66643" y="1304"/>
                    <a:pt x="65916" y="2432"/>
                    <a:pt x="63084" y="2432"/>
                  </a:cubicBezTo>
                  <a:cubicBezTo>
                    <a:pt x="60252" y="2432"/>
                    <a:pt x="59525" y="1304"/>
                    <a:pt x="59475" y="1078"/>
                  </a:cubicBezTo>
                  <a:lnTo>
                    <a:pt x="5912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81" name="Google Shape;781;p69"/>
            <p:cNvSpPr/>
            <p:nvPr/>
          </p:nvSpPr>
          <p:spPr>
            <a:xfrm>
              <a:off x="4623129" y="2673663"/>
              <a:ext cx="324335" cy="739808"/>
            </a:xfrm>
            <a:custGeom>
              <a:avLst/>
              <a:gdLst/>
              <a:ahLst/>
              <a:cxnLst/>
              <a:rect l="l" t="t" r="r" b="b"/>
              <a:pathLst>
                <a:path w="13911" h="31731" extrusionOk="0">
                  <a:moveTo>
                    <a:pt x="13184" y="1"/>
                  </a:moveTo>
                  <a:lnTo>
                    <a:pt x="13184" y="1"/>
                  </a:lnTo>
                  <a:cubicBezTo>
                    <a:pt x="8723" y="677"/>
                    <a:pt x="4211" y="2181"/>
                    <a:pt x="1" y="4988"/>
                  </a:cubicBezTo>
                  <a:lnTo>
                    <a:pt x="1" y="31730"/>
                  </a:lnTo>
                  <a:cubicBezTo>
                    <a:pt x="1" y="31730"/>
                    <a:pt x="3384" y="26166"/>
                    <a:pt x="13911" y="23058"/>
                  </a:cubicBezTo>
                  <a:cubicBezTo>
                    <a:pt x="12457" y="16793"/>
                    <a:pt x="11580" y="8672"/>
                    <a:pt x="131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82" name="Google Shape;782;p69"/>
            <p:cNvSpPr/>
            <p:nvPr/>
          </p:nvSpPr>
          <p:spPr>
            <a:xfrm>
              <a:off x="4281313" y="2963440"/>
              <a:ext cx="291601" cy="161340"/>
            </a:xfrm>
            <a:custGeom>
              <a:avLst/>
              <a:gdLst/>
              <a:ahLst/>
              <a:cxnLst/>
              <a:rect l="l" t="t" r="r" b="b"/>
              <a:pathLst>
                <a:path w="12507" h="6920" extrusionOk="0">
                  <a:moveTo>
                    <a:pt x="9298" y="1"/>
                  </a:moveTo>
                  <a:cubicBezTo>
                    <a:pt x="8450" y="1"/>
                    <a:pt x="7614" y="99"/>
                    <a:pt x="6817" y="354"/>
                  </a:cubicBezTo>
                  <a:cubicBezTo>
                    <a:pt x="5238" y="830"/>
                    <a:pt x="3935" y="1907"/>
                    <a:pt x="2882" y="3110"/>
                  </a:cubicBezTo>
                  <a:cubicBezTo>
                    <a:pt x="1830" y="4313"/>
                    <a:pt x="978" y="5642"/>
                    <a:pt x="0" y="6920"/>
                  </a:cubicBezTo>
                  <a:cubicBezTo>
                    <a:pt x="534" y="6807"/>
                    <a:pt x="1076" y="6770"/>
                    <a:pt x="1621" y="6770"/>
                  </a:cubicBezTo>
                  <a:cubicBezTo>
                    <a:pt x="2659" y="6770"/>
                    <a:pt x="3709" y="6904"/>
                    <a:pt x="4737" y="6904"/>
                  </a:cubicBezTo>
                  <a:cubicBezTo>
                    <a:pt x="5453" y="6904"/>
                    <a:pt x="6159" y="6839"/>
                    <a:pt x="6842" y="6619"/>
                  </a:cubicBezTo>
                  <a:cubicBezTo>
                    <a:pt x="7594" y="6369"/>
                    <a:pt x="8296" y="5968"/>
                    <a:pt x="8948" y="5516"/>
                  </a:cubicBezTo>
                  <a:cubicBezTo>
                    <a:pt x="9800" y="4940"/>
                    <a:pt x="10577" y="4288"/>
                    <a:pt x="11178" y="3486"/>
                  </a:cubicBezTo>
                  <a:cubicBezTo>
                    <a:pt x="11855" y="2534"/>
                    <a:pt x="12156" y="1456"/>
                    <a:pt x="12506" y="354"/>
                  </a:cubicBezTo>
                  <a:cubicBezTo>
                    <a:pt x="11457" y="158"/>
                    <a:pt x="10368" y="1"/>
                    <a:pt x="92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83" name="Google Shape;783;p69"/>
            <p:cNvSpPr/>
            <p:nvPr/>
          </p:nvSpPr>
          <p:spPr>
            <a:xfrm>
              <a:off x="4278376" y="2964302"/>
              <a:ext cx="302722" cy="162832"/>
            </a:xfrm>
            <a:custGeom>
              <a:avLst/>
              <a:gdLst/>
              <a:ahLst/>
              <a:cxnLst/>
              <a:rect l="l" t="t" r="r" b="b"/>
              <a:pathLst>
                <a:path w="12984" h="6984" extrusionOk="0">
                  <a:moveTo>
                    <a:pt x="12639" y="1"/>
                  </a:moveTo>
                  <a:cubicBezTo>
                    <a:pt x="12604" y="1"/>
                    <a:pt x="12568" y="6"/>
                    <a:pt x="12532" y="16"/>
                  </a:cubicBezTo>
                  <a:cubicBezTo>
                    <a:pt x="8221" y="1444"/>
                    <a:pt x="4537" y="3675"/>
                    <a:pt x="176" y="6407"/>
                  </a:cubicBezTo>
                  <a:cubicBezTo>
                    <a:pt x="51" y="6507"/>
                    <a:pt x="1" y="6708"/>
                    <a:pt x="101" y="6858"/>
                  </a:cubicBezTo>
                  <a:cubicBezTo>
                    <a:pt x="151" y="6933"/>
                    <a:pt x="251" y="6983"/>
                    <a:pt x="352" y="6983"/>
                  </a:cubicBezTo>
                  <a:cubicBezTo>
                    <a:pt x="402" y="6983"/>
                    <a:pt x="477" y="6983"/>
                    <a:pt x="527" y="6958"/>
                  </a:cubicBezTo>
                  <a:cubicBezTo>
                    <a:pt x="4838" y="4226"/>
                    <a:pt x="8497" y="2021"/>
                    <a:pt x="12733" y="592"/>
                  </a:cubicBezTo>
                  <a:cubicBezTo>
                    <a:pt x="12908" y="542"/>
                    <a:pt x="12983" y="367"/>
                    <a:pt x="12933" y="216"/>
                  </a:cubicBezTo>
                  <a:cubicBezTo>
                    <a:pt x="12893" y="77"/>
                    <a:pt x="12774" y="1"/>
                    <a:pt x="126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84" name="Google Shape;784;p69"/>
            <p:cNvSpPr/>
            <p:nvPr/>
          </p:nvSpPr>
          <p:spPr>
            <a:xfrm>
              <a:off x="4444329" y="2696441"/>
              <a:ext cx="168311" cy="282858"/>
            </a:xfrm>
            <a:custGeom>
              <a:avLst/>
              <a:gdLst/>
              <a:ahLst/>
              <a:cxnLst/>
              <a:rect l="l" t="t" r="r" b="b"/>
              <a:pathLst>
                <a:path w="7219" h="12132" extrusionOk="0">
                  <a:moveTo>
                    <a:pt x="1" y="1"/>
                  </a:moveTo>
                  <a:lnTo>
                    <a:pt x="1" y="1"/>
                  </a:lnTo>
                  <a:cubicBezTo>
                    <a:pt x="151" y="1455"/>
                    <a:pt x="276" y="2833"/>
                    <a:pt x="627" y="4237"/>
                  </a:cubicBezTo>
                  <a:cubicBezTo>
                    <a:pt x="978" y="5640"/>
                    <a:pt x="1529" y="7019"/>
                    <a:pt x="2382" y="8171"/>
                  </a:cubicBezTo>
                  <a:cubicBezTo>
                    <a:pt x="3535" y="9801"/>
                    <a:pt x="4813" y="11179"/>
                    <a:pt x="6291" y="12131"/>
                  </a:cubicBezTo>
                  <a:cubicBezTo>
                    <a:pt x="6843" y="10377"/>
                    <a:pt x="7219" y="9024"/>
                    <a:pt x="6918" y="7219"/>
                  </a:cubicBezTo>
                  <a:cubicBezTo>
                    <a:pt x="6642" y="5515"/>
                    <a:pt x="5615" y="3986"/>
                    <a:pt x="4337" y="2833"/>
                  </a:cubicBezTo>
                  <a:cubicBezTo>
                    <a:pt x="3058" y="1655"/>
                    <a:pt x="1529" y="803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85" name="Google Shape;785;p69"/>
            <p:cNvSpPr/>
            <p:nvPr/>
          </p:nvSpPr>
          <p:spPr>
            <a:xfrm>
              <a:off x="4437894" y="2691615"/>
              <a:ext cx="153716" cy="287101"/>
            </a:xfrm>
            <a:custGeom>
              <a:avLst/>
              <a:gdLst/>
              <a:ahLst/>
              <a:cxnLst/>
              <a:rect l="l" t="t" r="r" b="b"/>
              <a:pathLst>
                <a:path w="6593" h="12314" extrusionOk="0">
                  <a:moveTo>
                    <a:pt x="350" y="0"/>
                  </a:moveTo>
                  <a:cubicBezTo>
                    <a:pt x="280" y="0"/>
                    <a:pt x="208" y="26"/>
                    <a:pt x="151" y="83"/>
                  </a:cubicBezTo>
                  <a:cubicBezTo>
                    <a:pt x="1" y="183"/>
                    <a:pt x="1" y="383"/>
                    <a:pt x="101" y="509"/>
                  </a:cubicBezTo>
                  <a:cubicBezTo>
                    <a:pt x="2933" y="3992"/>
                    <a:pt x="4888" y="7877"/>
                    <a:pt x="5941" y="12088"/>
                  </a:cubicBezTo>
                  <a:cubicBezTo>
                    <a:pt x="5966" y="12213"/>
                    <a:pt x="6091" y="12313"/>
                    <a:pt x="6242" y="12313"/>
                  </a:cubicBezTo>
                  <a:lnTo>
                    <a:pt x="6317" y="12313"/>
                  </a:lnTo>
                  <a:cubicBezTo>
                    <a:pt x="6467" y="12263"/>
                    <a:pt x="6592" y="12088"/>
                    <a:pt x="6542" y="11937"/>
                  </a:cubicBezTo>
                  <a:cubicBezTo>
                    <a:pt x="5490" y="7627"/>
                    <a:pt x="3485" y="3667"/>
                    <a:pt x="577" y="108"/>
                  </a:cubicBezTo>
                  <a:cubicBezTo>
                    <a:pt x="522" y="39"/>
                    <a:pt x="437" y="0"/>
                    <a:pt x="3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86" name="Google Shape;786;p69"/>
            <p:cNvSpPr/>
            <p:nvPr/>
          </p:nvSpPr>
          <p:spPr>
            <a:xfrm>
              <a:off x="4335520" y="2888740"/>
              <a:ext cx="792570" cy="126787"/>
            </a:xfrm>
            <a:custGeom>
              <a:avLst/>
              <a:gdLst/>
              <a:ahLst/>
              <a:cxnLst/>
              <a:rect l="l" t="t" r="r" b="b"/>
              <a:pathLst>
                <a:path w="33994" h="5438" extrusionOk="0">
                  <a:moveTo>
                    <a:pt x="486" y="1"/>
                  </a:moveTo>
                  <a:cubicBezTo>
                    <a:pt x="161" y="1"/>
                    <a:pt x="1" y="516"/>
                    <a:pt x="382" y="650"/>
                  </a:cubicBezTo>
                  <a:cubicBezTo>
                    <a:pt x="7983" y="3808"/>
                    <a:pt x="16195" y="5437"/>
                    <a:pt x="24428" y="5437"/>
                  </a:cubicBezTo>
                  <a:cubicBezTo>
                    <a:pt x="25018" y="5437"/>
                    <a:pt x="25607" y="5429"/>
                    <a:pt x="26197" y="5412"/>
                  </a:cubicBezTo>
                  <a:cubicBezTo>
                    <a:pt x="28678" y="5362"/>
                    <a:pt x="31134" y="5162"/>
                    <a:pt x="33590" y="4786"/>
                  </a:cubicBezTo>
                  <a:cubicBezTo>
                    <a:pt x="33994" y="4738"/>
                    <a:pt x="33925" y="4128"/>
                    <a:pt x="33554" y="4128"/>
                  </a:cubicBezTo>
                  <a:cubicBezTo>
                    <a:pt x="33534" y="4128"/>
                    <a:pt x="33512" y="4130"/>
                    <a:pt x="33490" y="4134"/>
                  </a:cubicBezTo>
                  <a:cubicBezTo>
                    <a:pt x="30542" y="4554"/>
                    <a:pt x="27565" y="4763"/>
                    <a:pt x="24588" y="4763"/>
                  </a:cubicBezTo>
                  <a:cubicBezTo>
                    <a:pt x="18857" y="4763"/>
                    <a:pt x="13125" y="3989"/>
                    <a:pt x="7600" y="2455"/>
                  </a:cubicBezTo>
                  <a:cubicBezTo>
                    <a:pt x="5244" y="1778"/>
                    <a:pt x="2888" y="976"/>
                    <a:pt x="607" y="24"/>
                  </a:cubicBezTo>
                  <a:cubicBezTo>
                    <a:pt x="565" y="8"/>
                    <a:pt x="524" y="1"/>
                    <a:pt x="4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87" name="Google Shape;787;p69"/>
            <p:cNvSpPr/>
            <p:nvPr/>
          </p:nvSpPr>
          <p:spPr>
            <a:xfrm>
              <a:off x="3912010" y="2614071"/>
              <a:ext cx="442355" cy="365276"/>
            </a:xfrm>
            <a:custGeom>
              <a:avLst/>
              <a:gdLst/>
              <a:ahLst/>
              <a:cxnLst/>
              <a:rect l="l" t="t" r="r" b="b"/>
              <a:pathLst>
                <a:path w="18973" h="15667" extrusionOk="0">
                  <a:moveTo>
                    <a:pt x="6843" y="0"/>
                  </a:moveTo>
                  <a:cubicBezTo>
                    <a:pt x="2532" y="1704"/>
                    <a:pt x="0" y="12105"/>
                    <a:pt x="0" y="12105"/>
                  </a:cubicBezTo>
                  <a:cubicBezTo>
                    <a:pt x="7269" y="13584"/>
                    <a:pt x="8221" y="14837"/>
                    <a:pt x="12206" y="15589"/>
                  </a:cubicBezTo>
                  <a:cubicBezTo>
                    <a:pt x="12487" y="15642"/>
                    <a:pt x="12754" y="15666"/>
                    <a:pt x="13006" y="15666"/>
                  </a:cubicBezTo>
                  <a:cubicBezTo>
                    <a:pt x="16355" y="15666"/>
                    <a:pt x="17244" y="11354"/>
                    <a:pt x="17244" y="11354"/>
                  </a:cubicBezTo>
                  <a:cubicBezTo>
                    <a:pt x="18973" y="7043"/>
                    <a:pt x="17469" y="5013"/>
                    <a:pt x="14286" y="3860"/>
                  </a:cubicBezTo>
                  <a:cubicBezTo>
                    <a:pt x="10677" y="2557"/>
                    <a:pt x="6843" y="0"/>
                    <a:pt x="68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88" name="Google Shape;788;p69"/>
            <p:cNvSpPr/>
            <p:nvPr/>
          </p:nvSpPr>
          <p:spPr>
            <a:xfrm>
              <a:off x="3944721" y="2650814"/>
              <a:ext cx="143784" cy="219254"/>
            </a:xfrm>
            <a:custGeom>
              <a:avLst/>
              <a:gdLst/>
              <a:ahLst/>
              <a:cxnLst/>
              <a:rect l="l" t="t" r="r" b="b"/>
              <a:pathLst>
                <a:path w="6167" h="9404" extrusionOk="0">
                  <a:moveTo>
                    <a:pt x="5168" y="1"/>
                  </a:moveTo>
                  <a:cubicBezTo>
                    <a:pt x="4445" y="1"/>
                    <a:pt x="2877" y="2438"/>
                    <a:pt x="2357" y="3336"/>
                  </a:cubicBezTo>
                  <a:cubicBezTo>
                    <a:pt x="1029" y="5592"/>
                    <a:pt x="1" y="8625"/>
                    <a:pt x="602" y="9276"/>
                  </a:cubicBezTo>
                  <a:cubicBezTo>
                    <a:pt x="666" y="9340"/>
                    <a:pt x="769" y="9403"/>
                    <a:pt x="926" y="9403"/>
                  </a:cubicBezTo>
                  <a:cubicBezTo>
                    <a:pt x="1016" y="9403"/>
                    <a:pt x="1125" y="9382"/>
                    <a:pt x="1254" y="9326"/>
                  </a:cubicBezTo>
                  <a:cubicBezTo>
                    <a:pt x="3034" y="8499"/>
                    <a:pt x="4337" y="6169"/>
                    <a:pt x="5139" y="4239"/>
                  </a:cubicBezTo>
                  <a:cubicBezTo>
                    <a:pt x="5790" y="2735"/>
                    <a:pt x="6116" y="1457"/>
                    <a:pt x="6141" y="1331"/>
                  </a:cubicBezTo>
                  <a:cubicBezTo>
                    <a:pt x="6166" y="1256"/>
                    <a:pt x="6116" y="1156"/>
                    <a:pt x="6041" y="1131"/>
                  </a:cubicBezTo>
                  <a:cubicBezTo>
                    <a:pt x="6028" y="1128"/>
                    <a:pt x="6014" y="1126"/>
                    <a:pt x="6001" y="1126"/>
                  </a:cubicBezTo>
                  <a:cubicBezTo>
                    <a:pt x="5916" y="1126"/>
                    <a:pt x="5841" y="1191"/>
                    <a:pt x="5841" y="1256"/>
                  </a:cubicBezTo>
                  <a:cubicBezTo>
                    <a:pt x="5816" y="1306"/>
                    <a:pt x="4161" y="7597"/>
                    <a:pt x="1104" y="9026"/>
                  </a:cubicBezTo>
                  <a:cubicBezTo>
                    <a:pt x="1013" y="9071"/>
                    <a:pt x="953" y="9086"/>
                    <a:pt x="914" y="9086"/>
                  </a:cubicBezTo>
                  <a:cubicBezTo>
                    <a:pt x="868" y="9086"/>
                    <a:pt x="853" y="9064"/>
                    <a:pt x="853" y="9051"/>
                  </a:cubicBezTo>
                  <a:cubicBezTo>
                    <a:pt x="452" y="8625"/>
                    <a:pt x="1204" y="5943"/>
                    <a:pt x="2633" y="3512"/>
                  </a:cubicBezTo>
                  <a:cubicBezTo>
                    <a:pt x="3735" y="1557"/>
                    <a:pt x="4888" y="304"/>
                    <a:pt x="5139" y="304"/>
                  </a:cubicBezTo>
                  <a:cubicBezTo>
                    <a:pt x="5139" y="304"/>
                    <a:pt x="5239" y="479"/>
                    <a:pt x="4838" y="1532"/>
                  </a:cubicBezTo>
                  <a:cubicBezTo>
                    <a:pt x="3134" y="6068"/>
                    <a:pt x="2181" y="7346"/>
                    <a:pt x="1906" y="7497"/>
                  </a:cubicBezTo>
                  <a:cubicBezTo>
                    <a:pt x="1906" y="7472"/>
                    <a:pt x="1906" y="7422"/>
                    <a:pt x="1906" y="7321"/>
                  </a:cubicBezTo>
                  <a:cubicBezTo>
                    <a:pt x="2006" y="6068"/>
                    <a:pt x="3836" y="2785"/>
                    <a:pt x="3836" y="2735"/>
                  </a:cubicBezTo>
                  <a:cubicBezTo>
                    <a:pt x="3886" y="2660"/>
                    <a:pt x="3861" y="2559"/>
                    <a:pt x="3785" y="2534"/>
                  </a:cubicBezTo>
                  <a:cubicBezTo>
                    <a:pt x="3759" y="2517"/>
                    <a:pt x="3729" y="2508"/>
                    <a:pt x="3699" y="2508"/>
                  </a:cubicBezTo>
                  <a:cubicBezTo>
                    <a:pt x="3646" y="2508"/>
                    <a:pt x="3592" y="2536"/>
                    <a:pt x="3560" y="2585"/>
                  </a:cubicBezTo>
                  <a:cubicBezTo>
                    <a:pt x="3485" y="2735"/>
                    <a:pt x="1705" y="5968"/>
                    <a:pt x="1580" y="7296"/>
                  </a:cubicBezTo>
                  <a:cubicBezTo>
                    <a:pt x="1555" y="7672"/>
                    <a:pt x="1680" y="7798"/>
                    <a:pt x="1805" y="7823"/>
                  </a:cubicBezTo>
                  <a:cubicBezTo>
                    <a:pt x="1823" y="7827"/>
                    <a:pt x="1841" y="7829"/>
                    <a:pt x="1859" y="7829"/>
                  </a:cubicBezTo>
                  <a:cubicBezTo>
                    <a:pt x="2758" y="7829"/>
                    <a:pt x="4599" y="3106"/>
                    <a:pt x="5139" y="1632"/>
                  </a:cubicBezTo>
                  <a:cubicBezTo>
                    <a:pt x="5515" y="630"/>
                    <a:pt x="5565" y="153"/>
                    <a:pt x="5289" y="28"/>
                  </a:cubicBezTo>
                  <a:cubicBezTo>
                    <a:pt x="5252" y="10"/>
                    <a:pt x="5212" y="1"/>
                    <a:pt x="51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89" name="Google Shape;789;p69"/>
            <p:cNvSpPr/>
            <p:nvPr/>
          </p:nvSpPr>
          <p:spPr>
            <a:xfrm>
              <a:off x="3907930" y="2750787"/>
              <a:ext cx="468072" cy="149146"/>
            </a:xfrm>
            <a:custGeom>
              <a:avLst/>
              <a:gdLst/>
              <a:ahLst/>
              <a:cxnLst/>
              <a:rect l="l" t="t" r="r" b="b"/>
              <a:pathLst>
                <a:path w="20076" h="6397" extrusionOk="0">
                  <a:moveTo>
                    <a:pt x="12361" y="0"/>
                  </a:moveTo>
                  <a:cubicBezTo>
                    <a:pt x="10494" y="0"/>
                    <a:pt x="8797" y="728"/>
                    <a:pt x="7318" y="2206"/>
                  </a:cubicBezTo>
                  <a:cubicBezTo>
                    <a:pt x="3634" y="5840"/>
                    <a:pt x="201" y="6091"/>
                    <a:pt x="175" y="6091"/>
                  </a:cubicBezTo>
                  <a:cubicBezTo>
                    <a:pt x="75" y="6091"/>
                    <a:pt x="0" y="6166"/>
                    <a:pt x="25" y="6241"/>
                  </a:cubicBezTo>
                  <a:cubicBezTo>
                    <a:pt x="25" y="6329"/>
                    <a:pt x="82" y="6397"/>
                    <a:pt x="146" y="6397"/>
                  </a:cubicBezTo>
                  <a:cubicBezTo>
                    <a:pt x="156" y="6397"/>
                    <a:pt x="166" y="6395"/>
                    <a:pt x="175" y="6392"/>
                  </a:cubicBezTo>
                  <a:cubicBezTo>
                    <a:pt x="326" y="6392"/>
                    <a:pt x="3759" y="6166"/>
                    <a:pt x="7544" y="2432"/>
                  </a:cubicBezTo>
                  <a:cubicBezTo>
                    <a:pt x="8973" y="1027"/>
                    <a:pt x="10597" y="301"/>
                    <a:pt x="12366" y="301"/>
                  </a:cubicBezTo>
                  <a:cubicBezTo>
                    <a:pt x="12396" y="301"/>
                    <a:pt x="12426" y="301"/>
                    <a:pt x="12456" y="302"/>
                  </a:cubicBezTo>
                  <a:cubicBezTo>
                    <a:pt x="16341" y="352"/>
                    <a:pt x="19749" y="3860"/>
                    <a:pt x="19775" y="3886"/>
                  </a:cubicBezTo>
                  <a:cubicBezTo>
                    <a:pt x="19816" y="3913"/>
                    <a:pt x="19865" y="3933"/>
                    <a:pt x="19909" y="3933"/>
                  </a:cubicBezTo>
                  <a:cubicBezTo>
                    <a:pt x="19945" y="3933"/>
                    <a:pt x="19977" y="3919"/>
                    <a:pt x="20000" y="3886"/>
                  </a:cubicBezTo>
                  <a:lnTo>
                    <a:pt x="20050" y="3835"/>
                  </a:lnTo>
                  <a:cubicBezTo>
                    <a:pt x="20075" y="3785"/>
                    <a:pt x="20050" y="3710"/>
                    <a:pt x="20000" y="3660"/>
                  </a:cubicBezTo>
                  <a:cubicBezTo>
                    <a:pt x="19875" y="3510"/>
                    <a:pt x="16491" y="51"/>
                    <a:pt x="12456" y="1"/>
                  </a:cubicBezTo>
                  <a:cubicBezTo>
                    <a:pt x="12424" y="0"/>
                    <a:pt x="12393" y="0"/>
                    <a:pt x="123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90" name="Google Shape;790;p69"/>
            <p:cNvSpPr/>
            <p:nvPr/>
          </p:nvSpPr>
          <p:spPr>
            <a:xfrm>
              <a:off x="4067449" y="2610317"/>
              <a:ext cx="53764" cy="190320"/>
            </a:xfrm>
            <a:custGeom>
              <a:avLst/>
              <a:gdLst/>
              <a:ahLst/>
              <a:cxnLst/>
              <a:rect l="l" t="t" r="r" b="b"/>
              <a:pathLst>
                <a:path w="2306" h="8163" extrusionOk="0">
                  <a:moveTo>
                    <a:pt x="185" y="1"/>
                  </a:moveTo>
                  <a:cubicBezTo>
                    <a:pt x="141" y="1"/>
                    <a:pt x="92" y="19"/>
                    <a:pt x="50" y="61"/>
                  </a:cubicBezTo>
                  <a:cubicBezTo>
                    <a:pt x="0" y="136"/>
                    <a:pt x="0" y="236"/>
                    <a:pt x="75" y="286"/>
                  </a:cubicBezTo>
                  <a:cubicBezTo>
                    <a:pt x="100" y="312"/>
                    <a:pt x="1955" y="1966"/>
                    <a:pt x="802" y="7956"/>
                  </a:cubicBezTo>
                  <a:cubicBezTo>
                    <a:pt x="777" y="8056"/>
                    <a:pt x="827" y="8131"/>
                    <a:pt x="927" y="8156"/>
                  </a:cubicBezTo>
                  <a:cubicBezTo>
                    <a:pt x="941" y="8161"/>
                    <a:pt x="954" y="8163"/>
                    <a:pt x="967" y="8163"/>
                  </a:cubicBezTo>
                  <a:cubicBezTo>
                    <a:pt x="1028" y="8163"/>
                    <a:pt x="1082" y="8118"/>
                    <a:pt x="1103" y="8056"/>
                  </a:cubicBezTo>
                  <a:lnTo>
                    <a:pt x="1103" y="8031"/>
                  </a:lnTo>
                  <a:cubicBezTo>
                    <a:pt x="2306" y="1840"/>
                    <a:pt x="376" y="111"/>
                    <a:pt x="276" y="36"/>
                  </a:cubicBezTo>
                  <a:cubicBezTo>
                    <a:pt x="253" y="13"/>
                    <a:pt x="221" y="1"/>
                    <a:pt x="1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91" name="Google Shape;791;p69"/>
            <p:cNvSpPr/>
            <p:nvPr/>
          </p:nvSpPr>
          <p:spPr>
            <a:xfrm>
              <a:off x="4038818" y="2578422"/>
              <a:ext cx="417222" cy="342451"/>
            </a:xfrm>
            <a:custGeom>
              <a:avLst/>
              <a:gdLst/>
              <a:ahLst/>
              <a:cxnLst/>
              <a:rect l="l" t="t" r="r" b="b"/>
              <a:pathLst>
                <a:path w="17895" h="14688" extrusionOk="0">
                  <a:moveTo>
                    <a:pt x="2707" y="0"/>
                  </a:moveTo>
                  <a:cubicBezTo>
                    <a:pt x="2707" y="1"/>
                    <a:pt x="0" y="10351"/>
                    <a:pt x="13033" y="14687"/>
                  </a:cubicBezTo>
                  <a:cubicBezTo>
                    <a:pt x="13033" y="14687"/>
                    <a:pt x="17895" y="8747"/>
                    <a:pt x="10953" y="5314"/>
                  </a:cubicBezTo>
                  <a:cubicBezTo>
                    <a:pt x="3985" y="1880"/>
                    <a:pt x="2707" y="0"/>
                    <a:pt x="27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92" name="Google Shape;792;p69"/>
            <p:cNvSpPr/>
            <p:nvPr/>
          </p:nvSpPr>
          <p:spPr>
            <a:xfrm>
              <a:off x="3227165" y="3822419"/>
              <a:ext cx="380996" cy="380986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2093" y="1"/>
                  </a:moveTo>
                  <a:cubicBezTo>
                    <a:pt x="1863" y="1"/>
                    <a:pt x="1654" y="210"/>
                    <a:pt x="1654" y="440"/>
                  </a:cubicBezTo>
                  <a:lnTo>
                    <a:pt x="1654" y="1675"/>
                  </a:lnTo>
                  <a:lnTo>
                    <a:pt x="440" y="1675"/>
                  </a:lnTo>
                  <a:cubicBezTo>
                    <a:pt x="189" y="1675"/>
                    <a:pt x="1" y="1863"/>
                    <a:pt x="1" y="2114"/>
                  </a:cubicBezTo>
                  <a:cubicBezTo>
                    <a:pt x="1" y="2344"/>
                    <a:pt x="189" y="2553"/>
                    <a:pt x="440" y="2553"/>
                  </a:cubicBezTo>
                  <a:lnTo>
                    <a:pt x="1654" y="2553"/>
                  </a:lnTo>
                  <a:lnTo>
                    <a:pt x="1654" y="3767"/>
                  </a:lnTo>
                  <a:cubicBezTo>
                    <a:pt x="1654" y="4018"/>
                    <a:pt x="1863" y="4206"/>
                    <a:pt x="2093" y="4206"/>
                  </a:cubicBezTo>
                  <a:cubicBezTo>
                    <a:pt x="2344" y="4206"/>
                    <a:pt x="2533" y="4018"/>
                    <a:pt x="2533" y="3767"/>
                  </a:cubicBezTo>
                  <a:lnTo>
                    <a:pt x="2533" y="2553"/>
                  </a:lnTo>
                  <a:lnTo>
                    <a:pt x="3767" y="2553"/>
                  </a:lnTo>
                  <a:cubicBezTo>
                    <a:pt x="3997" y="2553"/>
                    <a:pt x="4206" y="2344"/>
                    <a:pt x="4206" y="2114"/>
                  </a:cubicBezTo>
                  <a:cubicBezTo>
                    <a:pt x="4206" y="1863"/>
                    <a:pt x="4018" y="1675"/>
                    <a:pt x="3767" y="1675"/>
                  </a:cubicBezTo>
                  <a:lnTo>
                    <a:pt x="2533" y="1675"/>
                  </a:lnTo>
                  <a:lnTo>
                    <a:pt x="2533" y="440"/>
                  </a:lnTo>
                  <a:cubicBezTo>
                    <a:pt x="2533" y="210"/>
                    <a:pt x="2344" y="1"/>
                    <a:pt x="2093" y="1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93" name="Google Shape;793;p69"/>
            <p:cNvSpPr/>
            <p:nvPr/>
          </p:nvSpPr>
          <p:spPr>
            <a:xfrm>
              <a:off x="5474737" y="1450963"/>
              <a:ext cx="468071" cy="468071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2093" y="1"/>
                  </a:moveTo>
                  <a:cubicBezTo>
                    <a:pt x="1863" y="1"/>
                    <a:pt x="1654" y="210"/>
                    <a:pt x="1654" y="440"/>
                  </a:cubicBezTo>
                  <a:lnTo>
                    <a:pt x="1654" y="1675"/>
                  </a:lnTo>
                  <a:lnTo>
                    <a:pt x="440" y="1675"/>
                  </a:lnTo>
                  <a:cubicBezTo>
                    <a:pt x="189" y="1675"/>
                    <a:pt x="1" y="1863"/>
                    <a:pt x="1" y="2114"/>
                  </a:cubicBezTo>
                  <a:cubicBezTo>
                    <a:pt x="1" y="2344"/>
                    <a:pt x="189" y="2553"/>
                    <a:pt x="440" y="2553"/>
                  </a:cubicBezTo>
                  <a:lnTo>
                    <a:pt x="1654" y="2553"/>
                  </a:lnTo>
                  <a:lnTo>
                    <a:pt x="1654" y="3767"/>
                  </a:lnTo>
                  <a:cubicBezTo>
                    <a:pt x="1654" y="4018"/>
                    <a:pt x="1863" y="4206"/>
                    <a:pt x="2093" y="4206"/>
                  </a:cubicBezTo>
                  <a:cubicBezTo>
                    <a:pt x="2344" y="4206"/>
                    <a:pt x="2533" y="4018"/>
                    <a:pt x="2533" y="3767"/>
                  </a:cubicBezTo>
                  <a:lnTo>
                    <a:pt x="2533" y="2553"/>
                  </a:lnTo>
                  <a:lnTo>
                    <a:pt x="3767" y="2553"/>
                  </a:lnTo>
                  <a:cubicBezTo>
                    <a:pt x="3997" y="2553"/>
                    <a:pt x="4206" y="2344"/>
                    <a:pt x="4206" y="2114"/>
                  </a:cubicBezTo>
                  <a:cubicBezTo>
                    <a:pt x="4206" y="1863"/>
                    <a:pt x="4018" y="1675"/>
                    <a:pt x="3767" y="1675"/>
                  </a:cubicBezTo>
                  <a:lnTo>
                    <a:pt x="2533" y="1675"/>
                  </a:lnTo>
                  <a:lnTo>
                    <a:pt x="2533" y="440"/>
                  </a:lnTo>
                  <a:cubicBezTo>
                    <a:pt x="2533" y="210"/>
                    <a:pt x="2344" y="1"/>
                    <a:pt x="2093" y="1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794" name="Google Shape;794;p69">
            <a:hlinkClick r:id="rId4" action="ppaction://hlinksldjump"/>
          </p:cNvPr>
          <p:cNvSpPr/>
          <p:nvPr/>
        </p:nvSpPr>
        <p:spPr>
          <a:xfrm>
            <a:off x="8428325" y="1332475"/>
            <a:ext cx="324600" cy="324600"/>
          </a:xfrm>
          <a:prstGeom prst="ellipse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000" tIns="0" rIns="91425" bIns="18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Roboto"/>
                <a:sym typeface="Roboto"/>
              </a:rPr>
              <a:t>&lt;</a:t>
            </a:r>
            <a:endParaRPr b="1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  <a:cs typeface="Roboto"/>
              <a:sym typeface="Roboto"/>
            </a:endParaRPr>
          </a:p>
        </p:txBody>
      </p:sp>
      <p:sp>
        <p:nvSpPr>
          <p:cNvPr id="795" name="Google Shape;795;p69">
            <a:hlinkClick r:id="" action="ppaction://noaction"/>
          </p:cNvPr>
          <p:cNvSpPr/>
          <p:nvPr/>
        </p:nvSpPr>
        <p:spPr>
          <a:xfrm>
            <a:off x="8428325" y="3031250"/>
            <a:ext cx="324600" cy="324600"/>
          </a:xfrm>
          <a:prstGeom prst="ellipse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000" tIns="0" rIns="91425" bIns="18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Roboto"/>
                <a:sym typeface="Roboto"/>
              </a:rPr>
              <a:t>&lt;</a:t>
            </a:r>
            <a:endParaRPr b="1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  <a:cs typeface="Roboto"/>
              <a:sym typeface="Roboto"/>
            </a:endParaRPr>
          </a:p>
        </p:txBody>
      </p:sp>
      <p:sp>
        <p:nvSpPr>
          <p:cNvPr id="796" name="Google Shape;796;p69">
            <a:hlinkClick r:id="" action="ppaction://noaction"/>
          </p:cNvPr>
          <p:cNvSpPr/>
          <p:nvPr/>
        </p:nvSpPr>
        <p:spPr>
          <a:xfrm flipH="1">
            <a:off x="391175" y="3271528"/>
            <a:ext cx="324600" cy="324600"/>
          </a:xfrm>
          <a:prstGeom prst="ellipse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0" rIns="82275" bIns="18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Roboto"/>
                <a:sym typeface="Roboto"/>
              </a:rPr>
              <a:t>&gt;</a:t>
            </a:r>
            <a:endParaRPr b="1"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  <a:cs typeface="Roboto"/>
              <a:sym typeface="Roboto"/>
            </a:endParaRPr>
          </a:p>
        </p:txBody>
      </p:sp>
      <p:sp>
        <p:nvSpPr>
          <p:cNvPr id="797" name="Google Shape;797;p69">
            <a:hlinkClick r:id="" action="ppaction://noaction"/>
          </p:cNvPr>
          <p:cNvSpPr/>
          <p:nvPr/>
        </p:nvSpPr>
        <p:spPr>
          <a:xfrm>
            <a:off x="8428225" y="3351615"/>
            <a:ext cx="324600" cy="324600"/>
          </a:xfrm>
          <a:prstGeom prst="ellipse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000" tIns="0" rIns="91425" bIns="18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Roboto"/>
                <a:sym typeface="Roboto"/>
              </a:rPr>
              <a:t>&lt;</a:t>
            </a:r>
            <a:endParaRPr b="1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  <a:cs typeface="Roboto"/>
              <a:sym typeface="Roboto"/>
            </a:endParaRPr>
          </a:p>
        </p:txBody>
      </p:sp>
      <p:sp>
        <p:nvSpPr>
          <p:cNvPr id="798" name="Google Shape;798;p69">
            <a:hlinkClick r:id="" action="ppaction://noaction"/>
          </p:cNvPr>
          <p:cNvSpPr/>
          <p:nvPr/>
        </p:nvSpPr>
        <p:spPr>
          <a:xfrm rot="5400000">
            <a:off x="4408905" y="4572318"/>
            <a:ext cx="324600" cy="324600"/>
          </a:xfrm>
          <a:prstGeom prst="ellipse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000" tIns="0" rIns="91425" bIns="18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Roboto"/>
                <a:sym typeface="Roboto"/>
              </a:rPr>
              <a:t>&lt;</a:t>
            </a:r>
            <a:endParaRPr b="1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  <a:cs typeface="Roboto"/>
              <a:sym typeface="Roboto"/>
            </a:endParaRPr>
          </a:p>
        </p:txBody>
      </p:sp>
      <p:sp>
        <p:nvSpPr>
          <p:cNvPr id="799" name="Google Shape;799;p69"/>
          <p:cNvSpPr txBox="1">
            <a:spLocks noGrp="1"/>
          </p:cNvSpPr>
          <p:nvPr>
            <p:ph type="subTitle" idx="16"/>
          </p:nvPr>
        </p:nvSpPr>
        <p:spPr>
          <a:xfrm>
            <a:off x="3401175" y="4065199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㩦帶動物離開的費用較高、手續繁瑣</a:t>
            </a:r>
            <a:endParaRPr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00" name="Google Shape;800;p69"/>
          <p:cNvSpPr txBox="1">
            <a:spLocks noGrp="1"/>
          </p:cNvSpPr>
          <p:nvPr>
            <p:ph type="title" idx="17"/>
          </p:nvPr>
        </p:nvSpPr>
        <p:spPr>
          <a:xfrm>
            <a:off x="3401187" y="3569361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移民</a:t>
            </a:r>
            <a:endParaRPr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01" name="Google Shape;801;p69">
            <a:hlinkClick r:id="" action="ppaction://noaction"/>
          </p:cNvPr>
          <p:cNvSpPr txBox="1">
            <a:spLocks noGrp="1"/>
          </p:cNvSpPr>
          <p:nvPr>
            <p:ph type="title" idx="18"/>
          </p:nvPr>
        </p:nvSpPr>
        <p:spPr>
          <a:xfrm>
            <a:off x="4113975" y="3071349"/>
            <a:ext cx="9144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04.</a:t>
            </a:r>
            <a:endParaRPr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9C511CE-3554-67B9-DEA4-4FA2EDB965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4968" y="1364549"/>
            <a:ext cx="2052665" cy="15799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" name="Google Shape;1126;p74"/>
          <p:cNvGrpSpPr/>
          <p:nvPr/>
        </p:nvGrpSpPr>
        <p:grpSpPr>
          <a:xfrm>
            <a:off x="4698288" y="1099316"/>
            <a:ext cx="3729932" cy="3459055"/>
            <a:chOff x="4677231" y="1276352"/>
            <a:chExt cx="2903801" cy="2692920"/>
          </a:xfrm>
        </p:grpSpPr>
        <p:sp>
          <p:nvSpPr>
            <p:cNvPr id="1127" name="Google Shape;1127;p74"/>
            <p:cNvSpPr/>
            <p:nvPr/>
          </p:nvSpPr>
          <p:spPr>
            <a:xfrm flipH="1">
              <a:off x="7295745" y="2223107"/>
              <a:ext cx="7162" cy="20721"/>
            </a:xfrm>
            <a:custGeom>
              <a:avLst/>
              <a:gdLst/>
              <a:ahLst/>
              <a:cxnLst/>
              <a:rect l="l" t="t" r="r" b="b"/>
              <a:pathLst>
                <a:path w="477" h="1380" extrusionOk="0">
                  <a:moveTo>
                    <a:pt x="0" y="1"/>
                  </a:moveTo>
                  <a:cubicBezTo>
                    <a:pt x="100" y="452"/>
                    <a:pt x="201" y="903"/>
                    <a:pt x="301" y="1379"/>
                  </a:cubicBezTo>
                  <a:cubicBezTo>
                    <a:pt x="301" y="1354"/>
                    <a:pt x="301" y="1354"/>
                    <a:pt x="301" y="1329"/>
                  </a:cubicBezTo>
                  <a:cubicBezTo>
                    <a:pt x="476" y="878"/>
                    <a:pt x="326" y="35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74"/>
            <p:cNvSpPr/>
            <p:nvPr/>
          </p:nvSpPr>
          <p:spPr>
            <a:xfrm flipH="1">
              <a:off x="7073335" y="3212508"/>
              <a:ext cx="88829" cy="438018"/>
            </a:xfrm>
            <a:custGeom>
              <a:avLst/>
              <a:gdLst/>
              <a:ahLst/>
              <a:cxnLst/>
              <a:rect l="l" t="t" r="r" b="b"/>
              <a:pathLst>
                <a:path w="5916" h="29172" extrusionOk="0">
                  <a:moveTo>
                    <a:pt x="1630" y="1"/>
                  </a:moveTo>
                  <a:cubicBezTo>
                    <a:pt x="803" y="5489"/>
                    <a:pt x="1" y="11028"/>
                    <a:pt x="301" y="16492"/>
                  </a:cubicBezTo>
                  <a:cubicBezTo>
                    <a:pt x="502" y="20226"/>
                    <a:pt x="1053" y="24813"/>
                    <a:pt x="3108" y="28021"/>
                  </a:cubicBezTo>
                  <a:cubicBezTo>
                    <a:pt x="3638" y="28838"/>
                    <a:pt x="4068" y="29172"/>
                    <a:pt x="4417" y="29172"/>
                  </a:cubicBezTo>
                  <a:cubicBezTo>
                    <a:pt x="5804" y="29172"/>
                    <a:pt x="5916" y="23904"/>
                    <a:pt x="5916" y="22683"/>
                  </a:cubicBezTo>
                  <a:cubicBezTo>
                    <a:pt x="5890" y="18672"/>
                    <a:pt x="5489" y="14687"/>
                    <a:pt x="4738" y="10803"/>
                  </a:cubicBezTo>
                  <a:cubicBezTo>
                    <a:pt x="4387" y="8948"/>
                    <a:pt x="3936" y="7119"/>
                    <a:pt x="3409" y="5314"/>
                  </a:cubicBezTo>
                  <a:cubicBezTo>
                    <a:pt x="3033" y="3961"/>
                    <a:pt x="1429" y="1379"/>
                    <a:pt x="16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74"/>
            <p:cNvSpPr/>
            <p:nvPr/>
          </p:nvSpPr>
          <p:spPr>
            <a:xfrm flipH="1">
              <a:off x="6945161" y="3207613"/>
              <a:ext cx="111246" cy="554084"/>
            </a:xfrm>
            <a:custGeom>
              <a:avLst/>
              <a:gdLst/>
              <a:ahLst/>
              <a:cxnLst/>
              <a:rect l="l" t="t" r="r" b="b"/>
              <a:pathLst>
                <a:path w="7409" h="36902" extrusionOk="0">
                  <a:moveTo>
                    <a:pt x="1680" y="1"/>
                  </a:moveTo>
                  <a:cubicBezTo>
                    <a:pt x="852" y="6918"/>
                    <a:pt x="0" y="13886"/>
                    <a:pt x="502" y="20803"/>
                  </a:cubicBezTo>
                  <a:cubicBezTo>
                    <a:pt x="827" y="25515"/>
                    <a:pt x="1604" y="31329"/>
                    <a:pt x="4161" y="35415"/>
                  </a:cubicBezTo>
                  <a:cubicBezTo>
                    <a:pt x="4819" y="36471"/>
                    <a:pt x="5344" y="36902"/>
                    <a:pt x="5763" y="36902"/>
                  </a:cubicBezTo>
                  <a:cubicBezTo>
                    <a:pt x="7401" y="36902"/>
                    <a:pt x="7409" y="30305"/>
                    <a:pt x="7369" y="28748"/>
                  </a:cubicBezTo>
                  <a:cubicBezTo>
                    <a:pt x="7243" y="23685"/>
                    <a:pt x="6667" y="18648"/>
                    <a:pt x="5665" y="13710"/>
                  </a:cubicBezTo>
                  <a:cubicBezTo>
                    <a:pt x="5213" y="11379"/>
                    <a:pt x="4637" y="9074"/>
                    <a:pt x="3960" y="6768"/>
                  </a:cubicBezTo>
                  <a:cubicBezTo>
                    <a:pt x="3459" y="5038"/>
                    <a:pt x="1479" y="1730"/>
                    <a:pt x="1680" y="1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74"/>
            <p:cNvSpPr/>
            <p:nvPr/>
          </p:nvSpPr>
          <p:spPr>
            <a:xfrm flipH="1">
              <a:off x="6834358" y="3281386"/>
              <a:ext cx="102372" cy="556936"/>
            </a:xfrm>
            <a:custGeom>
              <a:avLst/>
              <a:gdLst/>
              <a:ahLst/>
              <a:cxnLst/>
              <a:rect l="l" t="t" r="r" b="b"/>
              <a:pathLst>
                <a:path w="6818" h="37092" extrusionOk="0">
                  <a:moveTo>
                    <a:pt x="4486" y="0"/>
                  </a:moveTo>
                  <a:cubicBezTo>
                    <a:pt x="2682" y="6717"/>
                    <a:pt x="878" y="13484"/>
                    <a:pt x="401" y="20426"/>
                  </a:cubicBezTo>
                  <a:cubicBezTo>
                    <a:pt x="50" y="25113"/>
                    <a:pt x="0" y="31003"/>
                    <a:pt x="1955" y="35389"/>
                  </a:cubicBezTo>
                  <a:cubicBezTo>
                    <a:pt x="2494" y="36603"/>
                    <a:pt x="2984" y="37091"/>
                    <a:pt x="3422" y="37091"/>
                  </a:cubicBezTo>
                  <a:cubicBezTo>
                    <a:pt x="5000" y="37091"/>
                    <a:pt x="5914" y="30759"/>
                    <a:pt x="6091" y="29248"/>
                  </a:cubicBezTo>
                  <a:cubicBezTo>
                    <a:pt x="6667" y="24211"/>
                    <a:pt x="6817" y="19148"/>
                    <a:pt x="6517" y="14136"/>
                  </a:cubicBezTo>
                  <a:cubicBezTo>
                    <a:pt x="6366" y="11755"/>
                    <a:pt x="6141" y="9374"/>
                    <a:pt x="5790" y="7018"/>
                  </a:cubicBezTo>
                  <a:cubicBezTo>
                    <a:pt x="5539" y="5213"/>
                    <a:pt x="4036" y="1680"/>
                    <a:pt x="4486" y="0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74"/>
            <p:cNvSpPr/>
            <p:nvPr/>
          </p:nvSpPr>
          <p:spPr>
            <a:xfrm flipH="1">
              <a:off x="7202798" y="3299451"/>
              <a:ext cx="21081" cy="278483"/>
            </a:xfrm>
            <a:custGeom>
              <a:avLst/>
              <a:gdLst/>
              <a:ahLst/>
              <a:cxnLst/>
              <a:rect l="l" t="t" r="r" b="b"/>
              <a:pathLst>
                <a:path w="1404" h="18547" extrusionOk="0">
                  <a:moveTo>
                    <a:pt x="151" y="0"/>
                  </a:moveTo>
                  <a:cubicBezTo>
                    <a:pt x="0" y="3108"/>
                    <a:pt x="126" y="6216"/>
                    <a:pt x="326" y="9298"/>
                  </a:cubicBezTo>
                  <a:cubicBezTo>
                    <a:pt x="527" y="12406"/>
                    <a:pt x="853" y="15489"/>
                    <a:pt x="1404" y="18547"/>
                  </a:cubicBezTo>
                  <a:cubicBezTo>
                    <a:pt x="1379" y="15439"/>
                    <a:pt x="1178" y="12356"/>
                    <a:pt x="978" y="9248"/>
                  </a:cubicBezTo>
                  <a:cubicBezTo>
                    <a:pt x="752" y="6166"/>
                    <a:pt x="527" y="3083"/>
                    <a:pt x="1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74"/>
            <p:cNvSpPr/>
            <p:nvPr/>
          </p:nvSpPr>
          <p:spPr>
            <a:xfrm flipH="1">
              <a:off x="7095165" y="3333687"/>
              <a:ext cx="38018" cy="327417"/>
            </a:xfrm>
            <a:custGeom>
              <a:avLst/>
              <a:gdLst/>
              <a:ahLst/>
              <a:cxnLst/>
              <a:rect l="l" t="t" r="r" b="b"/>
              <a:pathLst>
                <a:path w="2532" h="21806" extrusionOk="0">
                  <a:moveTo>
                    <a:pt x="1" y="1"/>
                  </a:moveTo>
                  <a:lnTo>
                    <a:pt x="1" y="1"/>
                  </a:lnTo>
                  <a:cubicBezTo>
                    <a:pt x="176" y="3660"/>
                    <a:pt x="527" y="7294"/>
                    <a:pt x="953" y="10953"/>
                  </a:cubicBezTo>
                  <a:cubicBezTo>
                    <a:pt x="1379" y="14587"/>
                    <a:pt x="1855" y="18196"/>
                    <a:pt x="2532" y="21806"/>
                  </a:cubicBezTo>
                  <a:cubicBezTo>
                    <a:pt x="2381" y="18146"/>
                    <a:pt x="2006" y="14512"/>
                    <a:pt x="1605" y="10878"/>
                  </a:cubicBezTo>
                  <a:cubicBezTo>
                    <a:pt x="1178" y="7219"/>
                    <a:pt x="702" y="3610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74"/>
            <p:cNvSpPr/>
            <p:nvPr/>
          </p:nvSpPr>
          <p:spPr>
            <a:xfrm flipH="1">
              <a:off x="6978116" y="3303580"/>
              <a:ext cx="38784" cy="442943"/>
            </a:xfrm>
            <a:custGeom>
              <a:avLst/>
              <a:gdLst/>
              <a:ahLst/>
              <a:cxnLst/>
              <a:rect l="l" t="t" r="r" b="b"/>
              <a:pathLst>
                <a:path w="2583" h="29500" extrusionOk="0">
                  <a:moveTo>
                    <a:pt x="76" y="1"/>
                  </a:moveTo>
                  <a:lnTo>
                    <a:pt x="76" y="1"/>
                  </a:lnTo>
                  <a:cubicBezTo>
                    <a:pt x="1" y="4938"/>
                    <a:pt x="151" y="9876"/>
                    <a:pt x="502" y="14813"/>
                  </a:cubicBezTo>
                  <a:cubicBezTo>
                    <a:pt x="703" y="17269"/>
                    <a:pt x="928" y="19750"/>
                    <a:pt x="1279" y="22181"/>
                  </a:cubicBezTo>
                  <a:cubicBezTo>
                    <a:pt x="1455" y="23410"/>
                    <a:pt x="1630" y="24638"/>
                    <a:pt x="1831" y="25866"/>
                  </a:cubicBezTo>
                  <a:cubicBezTo>
                    <a:pt x="2056" y="27069"/>
                    <a:pt x="2282" y="28272"/>
                    <a:pt x="2582" y="29500"/>
                  </a:cubicBezTo>
                  <a:cubicBezTo>
                    <a:pt x="2507" y="28873"/>
                    <a:pt x="2432" y="28247"/>
                    <a:pt x="2357" y="27645"/>
                  </a:cubicBezTo>
                  <a:lnTo>
                    <a:pt x="2156" y="25816"/>
                  </a:lnTo>
                  <a:lnTo>
                    <a:pt x="1956" y="23961"/>
                  </a:lnTo>
                  <a:lnTo>
                    <a:pt x="1780" y="22131"/>
                  </a:lnTo>
                  <a:cubicBezTo>
                    <a:pt x="1555" y="19675"/>
                    <a:pt x="1329" y="17219"/>
                    <a:pt x="1154" y="14763"/>
                  </a:cubicBezTo>
                  <a:cubicBezTo>
                    <a:pt x="803" y="9851"/>
                    <a:pt x="527" y="4913"/>
                    <a:pt x="76" y="1"/>
                  </a:cubicBezTo>
                  <a:close/>
                </a:path>
              </a:pathLst>
            </a:custGeom>
            <a:solidFill>
              <a:srgbClr val="2F28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74"/>
            <p:cNvSpPr/>
            <p:nvPr/>
          </p:nvSpPr>
          <p:spPr>
            <a:xfrm flipH="1">
              <a:off x="6870858" y="3439069"/>
              <a:ext cx="29369" cy="388753"/>
            </a:xfrm>
            <a:custGeom>
              <a:avLst/>
              <a:gdLst/>
              <a:ahLst/>
              <a:cxnLst/>
              <a:rect l="l" t="t" r="r" b="b"/>
              <a:pathLst>
                <a:path w="1956" h="25891" extrusionOk="0">
                  <a:moveTo>
                    <a:pt x="1955" y="0"/>
                  </a:moveTo>
                  <a:lnTo>
                    <a:pt x="1955" y="0"/>
                  </a:lnTo>
                  <a:cubicBezTo>
                    <a:pt x="1053" y="4236"/>
                    <a:pt x="552" y="8547"/>
                    <a:pt x="276" y="12883"/>
                  </a:cubicBezTo>
                  <a:cubicBezTo>
                    <a:pt x="0" y="17219"/>
                    <a:pt x="0" y="21580"/>
                    <a:pt x="351" y="25890"/>
                  </a:cubicBezTo>
                  <a:cubicBezTo>
                    <a:pt x="502" y="21554"/>
                    <a:pt x="652" y="17244"/>
                    <a:pt x="928" y="12933"/>
                  </a:cubicBezTo>
                  <a:cubicBezTo>
                    <a:pt x="1178" y="8622"/>
                    <a:pt x="1579" y="4311"/>
                    <a:pt x="1955" y="0"/>
                  </a:cubicBezTo>
                  <a:close/>
                </a:path>
              </a:pathLst>
            </a:custGeom>
            <a:solidFill>
              <a:srgbClr val="2F28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74"/>
            <p:cNvSpPr/>
            <p:nvPr/>
          </p:nvSpPr>
          <p:spPr>
            <a:xfrm flipH="1">
              <a:off x="5318087" y="3248261"/>
              <a:ext cx="133228" cy="550600"/>
            </a:xfrm>
            <a:custGeom>
              <a:avLst/>
              <a:gdLst/>
              <a:ahLst/>
              <a:cxnLst/>
              <a:rect l="l" t="t" r="r" b="b"/>
              <a:pathLst>
                <a:path w="8873" h="36670" extrusionOk="0">
                  <a:moveTo>
                    <a:pt x="426" y="1"/>
                  </a:moveTo>
                  <a:cubicBezTo>
                    <a:pt x="427" y="4"/>
                    <a:pt x="429" y="7"/>
                    <a:pt x="430" y="10"/>
                  </a:cubicBezTo>
                  <a:lnTo>
                    <a:pt x="430" y="10"/>
                  </a:lnTo>
                  <a:cubicBezTo>
                    <a:pt x="429" y="7"/>
                    <a:pt x="427" y="4"/>
                    <a:pt x="426" y="1"/>
                  </a:cubicBezTo>
                  <a:close/>
                  <a:moveTo>
                    <a:pt x="430" y="10"/>
                  </a:moveTo>
                  <a:cubicBezTo>
                    <a:pt x="1099" y="1643"/>
                    <a:pt x="50" y="5342"/>
                    <a:pt x="25" y="7144"/>
                  </a:cubicBezTo>
                  <a:cubicBezTo>
                    <a:pt x="0" y="9525"/>
                    <a:pt x="75" y="11905"/>
                    <a:pt x="226" y="14286"/>
                  </a:cubicBezTo>
                  <a:cubicBezTo>
                    <a:pt x="602" y="19324"/>
                    <a:pt x="1379" y="24312"/>
                    <a:pt x="2607" y="29224"/>
                  </a:cubicBezTo>
                  <a:cubicBezTo>
                    <a:pt x="2973" y="30672"/>
                    <a:pt x="4634" y="36669"/>
                    <a:pt x="6179" y="36669"/>
                  </a:cubicBezTo>
                  <a:cubicBezTo>
                    <a:pt x="6640" y="36669"/>
                    <a:pt x="7091" y="36135"/>
                    <a:pt x="7494" y="34788"/>
                  </a:cubicBezTo>
                  <a:cubicBezTo>
                    <a:pt x="8872" y="30176"/>
                    <a:pt x="8045" y="24362"/>
                    <a:pt x="7118" y="19750"/>
                  </a:cubicBezTo>
                  <a:cubicBezTo>
                    <a:pt x="5740" y="12936"/>
                    <a:pt x="3085" y="6448"/>
                    <a:pt x="430" y="10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74"/>
            <p:cNvSpPr/>
            <p:nvPr/>
          </p:nvSpPr>
          <p:spPr>
            <a:xfrm flipH="1">
              <a:off x="5344046" y="3381107"/>
              <a:ext cx="74534" cy="410961"/>
            </a:xfrm>
            <a:custGeom>
              <a:avLst/>
              <a:gdLst/>
              <a:ahLst/>
              <a:cxnLst/>
              <a:rect l="l" t="t" r="r" b="b"/>
              <a:pathLst>
                <a:path w="4964" h="27370" extrusionOk="0">
                  <a:moveTo>
                    <a:pt x="1" y="1"/>
                  </a:moveTo>
                  <a:cubicBezTo>
                    <a:pt x="176" y="1154"/>
                    <a:pt x="351" y="2307"/>
                    <a:pt x="527" y="3459"/>
                  </a:cubicBezTo>
                  <a:lnTo>
                    <a:pt x="1103" y="6893"/>
                  </a:lnTo>
                  <a:cubicBezTo>
                    <a:pt x="1479" y="9174"/>
                    <a:pt x="1880" y="11455"/>
                    <a:pt x="2306" y="13735"/>
                  </a:cubicBezTo>
                  <a:cubicBezTo>
                    <a:pt x="3133" y="18297"/>
                    <a:pt x="3961" y="22833"/>
                    <a:pt x="4963" y="27369"/>
                  </a:cubicBezTo>
                  <a:cubicBezTo>
                    <a:pt x="4487" y="22758"/>
                    <a:pt x="3760" y="18171"/>
                    <a:pt x="2958" y="13610"/>
                  </a:cubicBezTo>
                  <a:cubicBezTo>
                    <a:pt x="2532" y="11329"/>
                    <a:pt x="2106" y="9048"/>
                    <a:pt x="1605" y="6793"/>
                  </a:cubicBezTo>
                  <a:lnTo>
                    <a:pt x="853" y="3384"/>
                  </a:lnTo>
                  <a:cubicBezTo>
                    <a:pt x="577" y="2256"/>
                    <a:pt x="326" y="1129"/>
                    <a:pt x="1" y="1"/>
                  </a:cubicBezTo>
                  <a:close/>
                </a:path>
              </a:pathLst>
            </a:custGeom>
            <a:solidFill>
              <a:srgbClr val="2F28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74"/>
            <p:cNvSpPr/>
            <p:nvPr/>
          </p:nvSpPr>
          <p:spPr>
            <a:xfrm flipH="1">
              <a:off x="5227773" y="3346105"/>
              <a:ext cx="246126" cy="294384"/>
            </a:xfrm>
            <a:custGeom>
              <a:avLst/>
              <a:gdLst/>
              <a:ahLst/>
              <a:cxnLst/>
              <a:rect l="l" t="t" r="r" b="b"/>
              <a:pathLst>
                <a:path w="16392" h="19606" extrusionOk="0">
                  <a:moveTo>
                    <a:pt x="1980" y="1"/>
                  </a:moveTo>
                  <a:cubicBezTo>
                    <a:pt x="978" y="2708"/>
                    <a:pt x="0" y="5490"/>
                    <a:pt x="76" y="8347"/>
                  </a:cubicBezTo>
                  <a:cubicBezTo>
                    <a:pt x="176" y="12106"/>
                    <a:pt x="2231" y="15740"/>
                    <a:pt x="5364" y="17770"/>
                  </a:cubicBezTo>
                  <a:cubicBezTo>
                    <a:pt x="7250" y="18983"/>
                    <a:pt x="9495" y="19606"/>
                    <a:pt x="11734" y="19606"/>
                  </a:cubicBezTo>
                  <a:cubicBezTo>
                    <a:pt x="13242" y="19606"/>
                    <a:pt x="14748" y="19323"/>
                    <a:pt x="16141" y="18748"/>
                  </a:cubicBezTo>
                  <a:cubicBezTo>
                    <a:pt x="16391" y="18648"/>
                    <a:pt x="14938" y="17770"/>
                    <a:pt x="14913" y="17695"/>
                  </a:cubicBezTo>
                  <a:cubicBezTo>
                    <a:pt x="14687" y="16893"/>
                    <a:pt x="16191" y="16267"/>
                    <a:pt x="14687" y="15765"/>
                  </a:cubicBezTo>
                  <a:cubicBezTo>
                    <a:pt x="13735" y="15465"/>
                    <a:pt x="12582" y="15740"/>
                    <a:pt x="11579" y="15440"/>
                  </a:cubicBezTo>
                  <a:cubicBezTo>
                    <a:pt x="10527" y="15114"/>
                    <a:pt x="9549" y="14512"/>
                    <a:pt x="8797" y="13710"/>
                  </a:cubicBezTo>
                  <a:cubicBezTo>
                    <a:pt x="7244" y="12081"/>
                    <a:pt x="6642" y="9625"/>
                    <a:pt x="7244" y="7470"/>
                  </a:cubicBezTo>
                  <a:lnTo>
                    <a:pt x="7244" y="7470"/>
                  </a:lnTo>
                  <a:cubicBezTo>
                    <a:pt x="6953" y="7760"/>
                    <a:pt x="6565" y="7887"/>
                    <a:pt x="6159" y="7887"/>
                  </a:cubicBezTo>
                  <a:cubicBezTo>
                    <a:pt x="5583" y="7887"/>
                    <a:pt x="4973" y="7631"/>
                    <a:pt x="4562" y="7219"/>
                  </a:cubicBezTo>
                  <a:cubicBezTo>
                    <a:pt x="3835" y="6517"/>
                    <a:pt x="3534" y="5515"/>
                    <a:pt x="3259" y="4562"/>
                  </a:cubicBezTo>
                  <a:cubicBezTo>
                    <a:pt x="2832" y="3034"/>
                    <a:pt x="2406" y="1530"/>
                    <a:pt x="1980" y="1"/>
                  </a:cubicBezTo>
                  <a:close/>
                </a:path>
              </a:pathLst>
            </a:custGeom>
            <a:solidFill>
              <a:srgbClr val="DF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74"/>
            <p:cNvSpPr/>
            <p:nvPr/>
          </p:nvSpPr>
          <p:spPr>
            <a:xfrm flipH="1">
              <a:off x="5152898" y="3294180"/>
              <a:ext cx="405675" cy="413888"/>
            </a:xfrm>
            <a:custGeom>
              <a:avLst/>
              <a:gdLst/>
              <a:ahLst/>
              <a:cxnLst/>
              <a:rect l="l" t="t" r="r" b="b"/>
              <a:pathLst>
                <a:path w="27018" h="27565" extrusionOk="0">
                  <a:moveTo>
                    <a:pt x="1930" y="0"/>
                  </a:moveTo>
                  <a:lnTo>
                    <a:pt x="1930" y="0"/>
                  </a:lnTo>
                  <a:cubicBezTo>
                    <a:pt x="0" y="4662"/>
                    <a:pt x="75" y="10101"/>
                    <a:pt x="2131" y="14712"/>
                  </a:cubicBezTo>
                  <a:cubicBezTo>
                    <a:pt x="2757" y="16066"/>
                    <a:pt x="3509" y="17344"/>
                    <a:pt x="4311" y="18597"/>
                  </a:cubicBezTo>
                  <a:cubicBezTo>
                    <a:pt x="4988" y="19700"/>
                    <a:pt x="5690" y="20802"/>
                    <a:pt x="6492" y="21805"/>
                  </a:cubicBezTo>
                  <a:cubicBezTo>
                    <a:pt x="8421" y="24186"/>
                    <a:pt x="11028" y="26041"/>
                    <a:pt x="13960" y="26943"/>
                  </a:cubicBezTo>
                  <a:cubicBezTo>
                    <a:pt x="15397" y="27376"/>
                    <a:pt x="16880" y="27565"/>
                    <a:pt x="18376" y="27565"/>
                  </a:cubicBezTo>
                  <a:cubicBezTo>
                    <a:pt x="21290" y="27565"/>
                    <a:pt x="24252" y="26850"/>
                    <a:pt x="27018" y="25840"/>
                  </a:cubicBezTo>
                  <a:cubicBezTo>
                    <a:pt x="23785" y="25640"/>
                    <a:pt x="20627" y="25013"/>
                    <a:pt x="17469" y="24386"/>
                  </a:cubicBezTo>
                  <a:cubicBezTo>
                    <a:pt x="13785" y="23635"/>
                    <a:pt x="9825" y="22732"/>
                    <a:pt x="7394" y="19875"/>
                  </a:cubicBezTo>
                  <a:cubicBezTo>
                    <a:pt x="6191" y="18472"/>
                    <a:pt x="5514" y="16692"/>
                    <a:pt x="5113" y="14888"/>
                  </a:cubicBezTo>
                  <a:cubicBezTo>
                    <a:pt x="4737" y="13259"/>
                    <a:pt x="4862" y="11429"/>
                    <a:pt x="4085" y="9925"/>
                  </a:cubicBezTo>
                  <a:cubicBezTo>
                    <a:pt x="2406" y="6817"/>
                    <a:pt x="3208" y="3233"/>
                    <a:pt x="1930" y="0"/>
                  </a:cubicBezTo>
                  <a:close/>
                </a:path>
              </a:pathLst>
            </a:custGeom>
            <a:solidFill>
              <a:srgbClr val="B51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74"/>
            <p:cNvSpPr/>
            <p:nvPr/>
          </p:nvSpPr>
          <p:spPr>
            <a:xfrm flipH="1">
              <a:off x="6785831" y="1292419"/>
              <a:ext cx="431651" cy="310105"/>
            </a:xfrm>
            <a:custGeom>
              <a:avLst/>
              <a:gdLst/>
              <a:ahLst/>
              <a:cxnLst/>
              <a:rect l="l" t="t" r="r" b="b"/>
              <a:pathLst>
                <a:path w="28748" h="20653" extrusionOk="0">
                  <a:moveTo>
                    <a:pt x="0" y="0"/>
                  </a:moveTo>
                  <a:lnTo>
                    <a:pt x="752" y="20652"/>
                  </a:lnTo>
                  <a:lnTo>
                    <a:pt x="28747" y="20452"/>
                  </a:lnTo>
                  <a:lnTo>
                    <a:pt x="20978" y="5314"/>
                  </a:lnTo>
                  <a:lnTo>
                    <a:pt x="8171" y="7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74"/>
            <p:cNvSpPr/>
            <p:nvPr/>
          </p:nvSpPr>
          <p:spPr>
            <a:xfrm flipH="1">
              <a:off x="7119259" y="1292043"/>
              <a:ext cx="184399" cy="310480"/>
            </a:xfrm>
            <a:custGeom>
              <a:avLst/>
              <a:gdLst/>
              <a:ahLst/>
              <a:cxnLst/>
              <a:rect l="l" t="t" r="r" b="b"/>
              <a:pathLst>
                <a:path w="12281" h="20678" extrusionOk="0">
                  <a:moveTo>
                    <a:pt x="6140" y="0"/>
                  </a:moveTo>
                  <a:cubicBezTo>
                    <a:pt x="2757" y="0"/>
                    <a:pt x="0" y="4637"/>
                    <a:pt x="0" y="10351"/>
                  </a:cubicBezTo>
                  <a:cubicBezTo>
                    <a:pt x="0" y="16040"/>
                    <a:pt x="2757" y="20677"/>
                    <a:pt x="6140" y="20677"/>
                  </a:cubicBezTo>
                  <a:cubicBezTo>
                    <a:pt x="9524" y="20677"/>
                    <a:pt x="12281" y="16040"/>
                    <a:pt x="12281" y="10351"/>
                  </a:cubicBezTo>
                  <a:cubicBezTo>
                    <a:pt x="12281" y="4637"/>
                    <a:pt x="9524" y="0"/>
                    <a:pt x="614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74"/>
            <p:cNvSpPr/>
            <p:nvPr/>
          </p:nvSpPr>
          <p:spPr>
            <a:xfrm flipH="1">
              <a:off x="7145219" y="1293170"/>
              <a:ext cx="133228" cy="276381"/>
            </a:xfrm>
            <a:custGeom>
              <a:avLst/>
              <a:gdLst/>
              <a:ahLst/>
              <a:cxnLst/>
              <a:rect l="l" t="t" r="r" b="b"/>
              <a:pathLst>
                <a:path w="8873" h="18407" extrusionOk="0">
                  <a:moveTo>
                    <a:pt x="3785" y="0"/>
                  </a:moveTo>
                  <a:lnTo>
                    <a:pt x="3785" y="0"/>
                  </a:lnTo>
                  <a:cubicBezTo>
                    <a:pt x="3183" y="301"/>
                    <a:pt x="2707" y="802"/>
                    <a:pt x="2306" y="1354"/>
                  </a:cubicBezTo>
                  <a:cubicBezTo>
                    <a:pt x="1930" y="1930"/>
                    <a:pt x="1629" y="2532"/>
                    <a:pt x="1354" y="3158"/>
                  </a:cubicBezTo>
                  <a:cubicBezTo>
                    <a:pt x="852" y="4411"/>
                    <a:pt x="502" y="5765"/>
                    <a:pt x="326" y="7093"/>
                  </a:cubicBezTo>
                  <a:cubicBezTo>
                    <a:pt x="0" y="9800"/>
                    <a:pt x="276" y="12582"/>
                    <a:pt x="1178" y="15188"/>
                  </a:cubicBezTo>
                  <a:cubicBezTo>
                    <a:pt x="1404" y="15840"/>
                    <a:pt x="1705" y="16492"/>
                    <a:pt x="2131" y="17093"/>
                  </a:cubicBezTo>
                  <a:cubicBezTo>
                    <a:pt x="2557" y="17670"/>
                    <a:pt x="3158" y="18196"/>
                    <a:pt x="3960" y="18371"/>
                  </a:cubicBezTo>
                  <a:cubicBezTo>
                    <a:pt x="4077" y="18395"/>
                    <a:pt x="4200" y="18406"/>
                    <a:pt x="4327" y="18406"/>
                  </a:cubicBezTo>
                  <a:cubicBezTo>
                    <a:pt x="4608" y="18406"/>
                    <a:pt x="4904" y="18350"/>
                    <a:pt x="5163" y="18246"/>
                  </a:cubicBezTo>
                  <a:cubicBezTo>
                    <a:pt x="5539" y="18096"/>
                    <a:pt x="5840" y="17845"/>
                    <a:pt x="6091" y="17595"/>
                  </a:cubicBezTo>
                  <a:cubicBezTo>
                    <a:pt x="6617" y="17118"/>
                    <a:pt x="7043" y="16517"/>
                    <a:pt x="7369" y="15890"/>
                  </a:cubicBezTo>
                  <a:cubicBezTo>
                    <a:pt x="8045" y="14662"/>
                    <a:pt x="8396" y="13284"/>
                    <a:pt x="8597" y="11930"/>
                  </a:cubicBezTo>
                  <a:cubicBezTo>
                    <a:pt x="8797" y="10577"/>
                    <a:pt x="8873" y="9198"/>
                    <a:pt x="8797" y="7820"/>
                  </a:cubicBezTo>
                  <a:cubicBezTo>
                    <a:pt x="8697" y="6442"/>
                    <a:pt x="8446" y="5038"/>
                    <a:pt x="7845" y="3760"/>
                  </a:cubicBezTo>
                  <a:cubicBezTo>
                    <a:pt x="7695" y="3434"/>
                    <a:pt x="7519" y="3108"/>
                    <a:pt x="7294" y="2807"/>
                  </a:cubicBezTo>
                  <a:cubicBezTo>
                    <a:pt x="7068" y="2507"/>
                    <a:pt x="6792" y="2231"/>
                    <a:pt x="6416" y="2031"/>
                  </a:cubicBezTo>
                  <a:cubicBezTo>
                    <a:pt x="6150" y="1888"/>
                    <a:pt x="5846" y="1822"/>
                    <a:pt x="5549" y="1822"/>
                  </a:cubicBezTo>
                  <a:cubicBezTo>
                    <a:pt x="5426" y="1822"/>
                    <a:pt x="5305" y="1833"/>
                    <a:pt x="5188" y="1855"/>
                  </a:cubicBezTo>
                  <a:cubicBezTo>
                    <a:pt x="4787" y="1930"/>
                    <a:pt x="4411" y="2106"/>
                    <a:pt x="4111" y="2356"/>
                  </a:cubicBezTo>
                  <a:cubicBezTo>
                    <a:pt x="3484" y="2833"/>
                    <a:pt x="3108" y="3484"/>
                    <a:pt x="2832" y="4136"/>
                  </a:cubicBezTo>
                  <a:cubicBezTo>
                    <a:pt x="2557" y="4787"/>
                    <a:pt x="2381" y="5464"/>
                    <a:pt x="2231" y="6141"/>
                  </a:cubicBezTo>
                  <a:cubicBezTo>
                    <a:pt x="1980" y="7494"/>
                    <a:pt x="1955" y="8898"/>
                    <a:pt x="2131" y="10276"/>
                  </a:cubicBezTo>
                  <a:cubicBezTo>
                    <a:pt x="2206" y="10953"/>
                    <a:pt x="2356" y="11630"/>
                    <a:pt x="2532" y="12281"/>
                  </a:cubicBezTo>
                  <a:cubicBezTo>
                    <a:pt x="2632" y="12632"/>
                    <a:pt x="2732" y="12958"/>
                    <a:pt x="2857" y="13259"/>
                  </a:cubicBezTo>
                  <a:cubicBezTo>
                    <a:pt x="2983" y="13584"/>
                    <a:pt x="3133" y="13935"/>
                    <a:pt x="3359" y="14236"/>
                  </a:cubicBezTo>
                  <a:cubicBezTo>
                    <a:pt x="3484" y="14386"/>
                    <a:pt x="3659" y="14537"/>
                    <a:pt x="3885" y="14612"/>
                  </a:cubicBezTo>
                  <a:cubicBezTo>
                    <a:pt x="3990" y="14659"/>
                    <a:pt x="4100" y="14678"/>
                    <a:pt x="4208" y="14678"/>
                  </a:cubicBezTo>
                  <a:cubicBezTo>
                    <a:pt x="4333" y="14678"/>
                    <a:pt x="4454" y="14652"/>
                    <a:pt x="4562" y="14612"/>
                  </a:cubicBezTo>
                  <a:cubicBezTo>
                    <a:pt x="4963" y="14437"/>
                    <a:pt x="5213" y="14111"/>
                    <a:pt x="5364" y="13785"/>
                  </a:cubicBezTo>
                  <a:cubicBezTo>
                    <a:pt x="5690" y="13133"/>
                    <a:pt x="5815" y="12432"/>
                    <a:pt x="5865" y="11755"/>
                  </a:cubicBezTo>
                  <a:cubicBezTo>
                    <a:pt x="5940" y="11078"/>
                    <a:pt x="5940" y="10402"/>
                    <a:pt x="5940" y="9725"/>
                  </a:cubicBezTo>
                  <a:cubicBezTo>
                    <a:pt x="5940" y="9048"/>
                    <a:pt x="5915" y="8371"/>
                    <a:pt x="5815" y="7695"/>
                  </a:cubicBezTo>
                  <a:cubicBezTo>
                    <a:pt x="5740" y="7018"/>
                    <a:pt x="5589" y="6341"/>
                    <a:pt x="5289" y="5715"/>
                  </a:cubicBezTo>
                  <a:cubicBezTo>
                    <a:pt x="4963" y="5113"/>
                    <a:pt x="4512" y="4537"/>
                    <a:pt x="3885" y="4311"/>
                  </a:cubicBezTo>
                  <a:lnTo>
                    <a:pt x="3885" y="4311"/>
                  </a:lnTo>
                  <a:cubicBezTo>
                    <a:pt x="4512" y="4587"/>
                    <a:pt x="4913" y="5163"/>
                    <a:pt x="5163" y="5765"/>
                  </a:cubicBezTo>
                  <a:cubicBezTo>
                    <a:pt x="5439" y="6391"/>
                    <a:pt x="5564" y="7043"/>
                    <a:pt x="5614" y="7720"/>
                  </a:cubicBezTo>
                  <a:cubicBezTo>
                    <a:pt x="5664" y="8371"/>
                    <a:pt x="5639" y="9048"/>
                    <a:pt x="5614" y="9725"/>
                  </a:cubicBezTo>
                  <a:cubicBezTo>
                    <a:pt x="5589" y="10376"/>
                    <a:pt x="5564" y="11053"/>
                    <a:pt x="5464" y="11705"/>
                  </a:cubicBezTo>
                  <a:cubicBezTo>
                    <a:pt x="5389" y="12356"/>
                    <a:pt x="5238" y="13033"/>
                    <a:pt x="4963" y="13559"/>
                  </a:cubicBezTo>
                  <a:cubicBezTo>
                    <a:pt x="4812" y="13835"/>
                    <a:pt x="4612" y="14061"/>
                    <a:pt x="4386" y="14136"/>
                  </a:cubicBezTo>
                  <a:cubicBezTo>
                    <a:pt x="4324" y="14155"/>
                    <a:pt x="4266" y="14164"/>
                    <a:pt x="4211" y="14164"/>
                  </a:cubicBezTo>
                  <a:cubicBezTo>
                    <a:pt x="4048" y="14164"/>
                    <a:pt x="3916" y="14079"/>
                    <a:pt x="3785" y="13910"/>
                  </a:cubicBezTo>
                  <a:cubicBezTo>
                    <a:pt x="3609" y="13685"/>
                    <a:pt x="3484" y="13384"/>
                    <a:pt x="3384" y="13083"/>
                  </a:cubicBezTo>
                  <a:cubicBezTo>
                    <a:pt x="3284" y="12757"/>
                    <a:pt x="3183" y="12457"/>
                    <a:pt x="3108" y="12131"/>
                  </a:cubicBezTo>
                  <a:cubicBezTo>
                    <a:pt x="2933" y="11504"/>
                    <a:pt x="2832" y="10853"/>
                    <a:pt x="2757" y="10201"/>
                  </a:cubicBezTo>
                  <a:cubicBezTo>
                    <a:pt x="2632" y="8873"/>
                    <a:pt x="2707" y="7569"/>
                    <a:pt x="2958" y="6266"/>
                  </a:cubicBezTo>
                  <a:cubicBezTo>
                    <a:pt x="3083" y="5640"/>
                    <a:pt x="3258" y="4988"/>
                    <a:pt x="3509" y="4411"/>
                  </a:cubicBezTo>
                  <a:cubicBezTo>
                    <a:pt x="3760" y="3835"/>
                    <a:pt x="4111" y="3284"/>
                    <a:pt x="4562" y="2958"/>
                  </a:cubicBezTo>
                  <a:cubicBezTo>
                    <a:pt x="4867" y="2733"/>
                    <a:pt x="5213" y="2601"/>
                    <a:pt x="5541" y="2601"/>
                  </a:cubicBezTo>
                  <a:cubicBezTo>
                    <a:pt x="5725" y="2601"/>
                    <a:pt x="5903" y="2642"/>
                    <a:pt x="6065" y="2732"/>
                  </a:cubicBezTo>
                  <a:cubicBezTo>
                    <a:pt x="6517" y="2958"/>
                    <a:pt x="6868" y="3509"/>
                    <a:pt x="7118" y="4086"/>
                  </a:cubicBezTo>
                  <a:cubicBezTo>
                    <a:pt x="7644" y="5264"/>
                    <a:pt x="7870" y="6567"/>
                    <a:pt x="7945" y="7870"/>
                  </a:cubicBezTo>
                  <a:cubicBezTo>
                    <a:pt x="8045" y="9173"/>
                    <a:pt x="7995" y="10527"/>
                    <a:pt x="7820" y="11805"/>
                  </a:cubicBezTo>
                  <a:cubicBezTo>
                    <a:pt x="7644" y="13108"/>
                    <a:pt x="7294" y="14412"/>
                    <a:pt x="6717" y="15539"/>
                  </a:cubicBezTo>
                  <a:cubicBezTo>
                    <a:pt x="6416" y="16116"/>
                    <a:pt x="6040" y="16642"/>
                    <a:pt x="5589" y="17068"/>
                  </a:cubicBezTo>
                  <a:cubicBezTo>
                    <a:pt x="5364" y="17294"/>
                    <a:pt x="5113" y="17469"/>
                    <a:pt x="4862" y="17569"/>
                  </a:cubicBezTo>
                  <a:cubicBezTo>
                    <a:pt x="4712" y="17636"/>
                    <a:pt x="4539" y="17670"/>
                    <a:pt x="4359" y="17670"/>
                  </a:cubicBezTo>
                  <a:cubicBezTo>
                    <a:pt x="4269" y="17670"/>
                    <a:pt x="4177" y="17661"/>
                    <a:pt x="4086" y="17645"/>
                  </a:cubicBezTo>
                  <a:cubicBezTo>
                    <a:pt x="3559" y="17544"/>
                    <a:pt x="3058" y="17143"/>
                    <a:pt x="2682" y="16667"/>
                  </a:cubicBezTo>
                  <a:cubicBezTo>
                    <a:pt x="2306" y="16166"/>
                    <a:pt x="2005" y="15590"/>
                    <a:pt x="1780" y="14988"/>
                  </a:cubicBezTo>
                  <a:cubicBezTo>
                    <a:pt x="852" y="12507"/>
                    <a:pt x="502" y="9800"/>
                    <a:pt x="727" y="7143"/>
                  </a:cubicBezTo>
                  <a:cubicBezTo>
                    <a:pt x="852" y="5815"/>
                    <a:pt x="1103" y="4512"/>
                    <a:pt x="1579" y="3234"/>
                  </a:cubicBezTo>
                  <a:cubicBezTo>
                    <a:pt x="1805" y="2607"/>
                    <a:pt x="2055" y="2005"/>
                    <a:pt x="2406" y="1429"/>
                  </a:cubicBezTo>
                  <a:cubicBezTo>
                    <a:pt x="2757" y="853"/>
                    <a:pt x="3208" y="326"/>
                    <a:pt x="3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74"/>
            <p:cNvSpPr/>
            <p:nvPr/>
          </p:nvSpPr>
          <p:spPr>
            <a:xfrm flipH="1">
              <a:off x="5066058" y="1276352"/>
              <a:ext cx="2151424" cy="2674006"/>
            </a:xfrm>
            <a:custGeom>
              <a:avLst/>
              <a:gdLst/>
              <a:ahLst/>
              <a:cxnLst/>
              <a:rect l="l" t="t" r="r" b="b"/>
              <a:pathLst>
                <a:path w="143285" h="178089" extrusionOk="0">
                  <a:moveTo>
                    <a:pt x="1" y="1070"/>
                  </a:moveTo>
                  <a:cubicBezTo>
                    <a:pt x="1" y="1070"/>
                    <a:pt x="0" y="1070"/>
                    <a:pt x="0" y="1070"/>
                  </a:cubicBezTo>
                  <a:cubicBezTo>
                    <a:pt x="0" y="1070"/>
                    <a:pt x="1" y="1070"/>
                    <a:pt x="1" y="1070"/>
                  </a:cubicBezTo>
                  <a:close/>
                  <a:moveTo>
                    <a:pt x="113479" y="1"/>
                  </a:moveTo>
                  <a:cubicBezTo>
                    <a:pt x="112850" y="1"/>
                    <a:pt x="112240" y="9"/>
                    <a:pt x="111655" y="18"/>
                  </a:cubicBezTo>
                  <a:cubicBezTo>
                    <a:pt x="110803" y="43"/>
                    <a:pt x="110001" y="43"/>
                    <a:pt x="109274" y="43"/>
                  </a:cubicBezTo>
                  <a:cubicBezTo>
                    <a:pt x="108784" y="34"/>
                    <a:pt x="107959" y="29"/>
                    <a:pt x="106842" y="29"/>
                  </a:cubicBezTo>
                  <a:cubicBezTo>
                    <a:pt x="89357" y="29"/>
                    <a:pt x="221" y="1068"/>
                    <a:pt x="1" y="1070"/>
                  </a:cubicBezTo>
                  <a:lnTo>
                    <a:pt x="1" y="1070"/>
                  </a:lnTo>
                  <a:cubicBezTo>
                    <a:pt x="2" y="1070"/>
                    <a:pt x="7" y="1070"/>
                    <a:pt x="16" y="1070"/>
                  </a:cubicBezTo>
                  <a:cubicBezTo>
                    <a:pt x="588" y="1070"/>
                    <a:pt x="17295" y="1288"/>
                    <a:pt x="18823" y="26710"/>
                  </a:cubicBezTo>
                  <a:cubicBezTo>
                    <a:pt x="19224" y="33627"/>
                    <a:pt x="18472" y="42925"/>
                    <a:pt x="17219" y="53452"/>
                  </a:cubicBezTo>
                  <a:lnTo>
                    <a:pt x="23259" y="55607"/>
                  </a:lnTo>
                  <a:lnTo>
                    <a:pt x="16767" y="57136"/>
                  </a:lnTo>
                  <a:cubicBezTo>
                    <a:pt x="16667" y="57938"/>
                    <a:pt x="16567" y="58715"/>
                    <a:pt x="16467" y="59517"/>
                  </a:cubicBezTo>
                  <a:lnTo>
                    <a:pt x="20702" y="60369"/>
                  </a:lnTo>
                  <a:lnTo>
                    <a:pt x="16166" y="61747"/>
                  </a:lnTo>
                  <a:cubicBezTo>
                    <a:pt x="14236" y="76133"/>
                    <a:pt x="11730" y="92048"/>
                    <a:pt x="10051" y="106860"/>
                  </a:cubicBezTo>
                  <a:lnTo>
                    <a:pt x="14361" y="108414"/>
                  </a:lnTo>
                  <a:lnTo>
                    <a:pt x="9750" y="109492"/>
                  </a:lnTo>
                  <a:cubicBezTo>
                    <a:pt x="9650" y="110570"/>
                    <a:pt x="9524" y="111647"/>
                    <a:pt x="9424" y="112700"/>
                  </a:cubicBezTo>
                  <a:lnTo>
                    <a:pt x="11805" y="113176"/>
                  </a:lnTo>
                  <a:lnTo>
                    <a:pt x="9299" y="113928"/>
                  </a:lnTo>
                  <a:cubicBezTo>
                    <a:pt x="7745" y="130520"/>
                    <a:pt x="7569" y="145081"/>
                    <a:pt x="11003" y="153653"/>
                  </a:cubicBezTo>
                  <a:cubicBezTo>
                    <a:pt x="20778" y="178089"/>
                    <a:pt x="40928" y="177387"/>
                    <a:pt x="49023" y="177713"/>
                  </a:cubicBezTo>
                  <a:lnTo>
                    <a:pt x="143284" y="168966"/>
                  </a:lnTo>
                  <a:cubicBezTo>
                    <a:pt x="133259" y="166735"/>
                    <a:pt x="128096" y="157913"/>
                    <a:pt x="125891" y="145633"/>
                  </a:cubicBezTo>
                  <a:lnTo>
                    <a:pt x="120903" y="144028"/>
                  </a:lnTo>
                  <a:lnTo>
                    <a:pt x="125440" y="142750"/>
                  </a:lnTo>
                  <a:cubicBezTo>
                    <a:pt x="125314" y="141898"/>
                    <a:pt x="125214" y="141046"/>
                    <a:pt x="125114" y="140169"/>
                  </a:cubicBezTo>
                  <a:lnTo>
                    <a:pt x="121530" y="139567"/>
                  </a:lnTo>
                  <a:lnTo>
                    <a:pt x="124913" y="138038"/>
                  </a:lnTo>
                  <a:cubicBezTo>
                    <a:pt x="122758" y="111697"/>
                    <a:pt x="130427" y="74404"/>
                    <a:pt x="134137" y="48589"/>
                  </a:cubicBezTo>
                  <a:lnTo>
                    <a:pt x="128222" y="46710"/>
                  </a:lnTo>
                  <a:lnTo>
                    <a:pt x="134663" y="44880"/>
                  </a:lnTo>
                  <a:cubicBezTo>
                    <a:pt x="134738" y="44329"/>
                    <a:pt x="134813" y="43777"/>
                    <a:pt x="134888" y="43251"/>
                  </a:cubicBezTo>
                  <a:lnTo>
                    <a:pt x="128848" y="42248"/>
                  </a:lnTo>
                  <a:lnTo>
                    <a:pt x="135340" y="39316"/>
                  </a:lnTo>
                  <a:cubicBezTo>
                    <a:pt x="135891" y="34329"/>
                    <a:pt x="136167" y="30043"/>
                    <a:pt x="135991" y="26710"/>
                  </a:cubicBezTo>
                  <a:cubicBezTo>
                    <a:pt x="134752" y="1601"/>
                    <a:pt x="122217" y="1"/>
                    <a:pt x="1134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74"/>
            <p:cNvSpPr/>
            <p:nvPr/>
          </p:nvSpPr>
          <p:spPr>
            <a:xfrm flipH="1">
              <a:off x="5034419" y="3563926"/>
              <a:ext cx="1630974" cy="405345"/>
            </a:xfrm>
            <a:custGeom>
              <a:avLst/>
              <a:gdLst/>
              <a:ahLst/>
              <a:cxnLst/>
              <a:rect l="l" t="t" r="r" b="b"/>
              <a:pathLst>
                <a:path w="108623" h="26996" extrusionOk="0">
                  <a:moveTo>
                    <a:pt x="99398" y="1"/>
                  </a:moveTo>
                  <a:cubicBezTo>
                    <a:pt x="91054" y="1"/>
                    <a:pt x="72224" y="2401"/>
                    <a:pt x="54813" y="3365"/>
                  </a:cubicBezTo>
                  <a:cubicBezTo>
                    <a:pt x="48407" y="3727"/>
                    <a:pt x="41167" y="3852"/>
                    <a:pt x="34209" y="3852"/>
                  </a:cubicBezTo>
                  <a:cubicBezTo>
                    <a:pt x="18517" y="3852"/>
                    <a:pt x="4261" y="3214"/>
                    <a:pt x="4261" y="3214"/>
                  </a:cubicBezTo>
                  <a:lnTo>
                    <a:pt x="1" y="24267"/>
                  </a:lnTo>
                  <a:cubicBezTo>
                    <a:pt x="1" y="24267"/>
                    <a:pt x="17345" y="26995"/>
                    <a:pt x="40051" y="26995"/>
                  </a:cubicBezTo>
                  <a:cubicBezTo>
                    <a:pt x="47813" y="26995"/>
                    <a:pt x="56201" y="26677"/>
                    <a:pt x="64738" y="25821"/>
                  </a:cubicBezTo>
                  <a:cubicBezTo>
                    <a:pt x="98247" y="22463"/>
                    <a:pt x="103761" y="20558"/>
                    <a:pt x="106091" y="18954"/>
                  </a:cubicBezTo>
                  <a:cubicBezTo>
                    <a:pt x="107219" y="18177"/>
                    <a:pt x="108623" y="14242"/>
                    <a:pt x="108172" y="10006"/>
                  </a:cubicBezTo>
                  <a:cubicBezTo>
                    <a:pt x="107695" y="5645"/>
                    <a:pt x="105314" y="984"/>
                    <a:pt x="103009" y="307"/>
                  </a:cubicBezTo>
                  <a:cubicBezTo>
                    <a:pt x="102269" y="93"/>
                    <a:pt x="101035" y="1"/>
                    <a:pt x="993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74"/>
            <p:cNvSpPr/>
            <p:nvPr/>
          </p:nvSpPr>
          <p:spPr>
            <a:xfrm flipH="1">
              <a:off x="6522380" y="3615521"/>
              <a:ext cx="220165" cy="314264"/>
            </a:xfrm>
            <a:custGeom>
              <a:avLst/>
              <a:gdLst/>
              <a:ahLst/>
              <a:cxnLst/>
              <a:rect l="l" t="t" r="r" b="b"/>
              <a:pathLst>
                <a:path w="14663" h="20930" extrusionOk="0">
                  <a:moveTo>
                    <a:pt x="8657" y="1"/>
                  </a:moveTo>
                  <a:cubicBezTo>
                    <a:pt x="5498" y="1"/>
                    <a:pt x="2245" y="3896"/>
                    <a:pt x="1179" y="9227"/>
                  </a:cubicBezTo>
                  <a:cubicBezTo>
                    <a:pt x="1" y="14966"/>
                    <a:pt x="1830" y="20179"/>
                    <a:pt x="5239" y="20856"/>
                  </a:cubicBezTo>
                  <a:cubicBezTo>
                    <a:pt x="5487" y="20905"/>
                    <a:pt x="5736" y="20929"/>
                    <a:pt x="5986" y="20929"/>
                  </a:cubicBezTo>
                  <a:cubicBezTo>
                    <a:pt x="9170" y="20929"/>
                    <a:pt x="12417" y="17030"/>
                    <a:pt x="13510" y="11708"/>
                  </a:cubicBezTo>
                  <a:cubicBezTo>
                    <a:pt x="14662" y="5969"/>
                    <a:pt x="12833" y="756"/>
                    <a:pt x="9424" y="79"/>
                  </a:cubicBezTo>
                  <a:cubicBezTo>
                    <a:pt x="9170" y="26"/>
                    <a:pt x="8914" y="1"/>
                    <a:pt x="86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74"/>
            <p:cNvSpPr/>
            <p:nvPr/>
          </p:nvSpPr>
          <p:spPr>
            <a:xfrm flipH="1">
              <a:off x="6556627" y="3615191"/>
              <a:ext cx="145646" cy="280510"/>
            </a:xfrm>
            <a:custGeom>
              <a:avLst/>
              <a:gdLst/>
              <a:ahLst/>
              <a:cxnLst/>
              <a:rect l="l" t="t" r="r" b="b"/>
              <a:pathLst>
                <a:path w="9700" h="18682" extrusionOk="0">
                  <a:moveTo>
                    <a:pt x="6066" y="1"/>
                  </a:moveTo>
                  <a:lnTo>
                    <a:pt x="6066" y="1"/>
                  </a:lnTo>
                  <a:cubicBezTo>
                    <a:pt x="5389" y="201"/>
                    <a:pt x="4787" y="627"/>
                    <a:pt x="4286" y="1104"/>
                  </a:cubicBezTo>
                  <a:cubicBezTo>
                    <a:pt x="3785" y="1580"/>
                    <a:pt x="3359" y="2131"/>
                    <a:pt x="2983" y="2708"/>
                  </a:cubicBezTo>
                  <a:cubicBezTo>
                    <a:pt x="2206" y="3861"/>
                    <a:pt x="1604" y="5139"/>
                    <a:pt x="1153" y="6467"/>
                  </a:cubicBezTo>
                  <a:cubicBezTo>
                    <a:pt x="276" y="9124"/>
                    <a:pt x="0" y="11981"/>
                    <a:pt x="351" y="14763"/>
                  </a:cubicBezTo>
                  <a:cubicBezTo>
                    <a:pt x="452" y="15465"/>
                    <a:pt x="602" y="16191"/>
                    <a:pt x="928" y="16868"/>
                  </a:cubicBezTo>
                  <a:cubicBezTo>
                    <a:pt x="1229" y="17520"/>
                    <a:pt x="1755" y="18171"/>
                    <a:pt x="2507" y="18497"/>
                  </a:cubicBezTo>
                  <a:cubicBezTo>
                    <a:pt x="2770" y="18620"/>
                    <a:pt x="3058" y="18681"/>
                    <a:pt x="3353" y="18681"/>
                  </a:cubicBezTo>
                  <a:cubicBezTo>
                    <a:pt x="3479" y="18681"/>
                    <a:pt x="3607" y="18670"/>
                    <a:pt x="3735" y="18648"/>
                  </a:cubicBezTo>
                  <a:cubicBezTo>
                    <a:pt x="4136" y="18547"/>
                    <a:pt x="4487" y="18372"/>
                    <a:pt x="4787" y="18171"/>
                  </a:cubicBezTo>
                  <a:cubicBezTo>
                    <a:pt x="5414" y="17795"/>
                    <a:pt x="5965" y="17294"/>
                    <a:pt x="6442" y="16743"/>
                  </a:cubicBezTo>
                  <a:cubicBezTo>
                    <a:pt x="7344" y="15615"/>
                    <a:pt x="7995" y="14312"/>
                    <a:pt x="8472" y="12983"/>
                  </a:cubicBezTo>
                  <a:cubicBezTo>
                    <a:pt x="8948" y="11655"/>
                    <a:pt x="9299" y="10302"/>
                    <a:pt x="9499" y="8898"/>
                  </a:cubicBezTo>
                  <a:cubicBezTo>
                    <a:pt x="9675" y="7495"/>
                    <a:pt x="9700" y="6041"/>
                    <a:pt x="9374" y="4637"/>
                  </a:cubicBezTo>
                  <a:cubicBezTo>
                    <a:pt x="9299" y="4262"/>
                    <a:pt x="9173" y="3911"/>
                    <a:pt x="9023" y="3560"/>
                  </a:cubicBezTo>
                  <a:cubicBezTo>
                    <a:pt x="8848" y="3209"/>
                    <a:pt x="8622" y="2883"/>
                    <a:pt x="8271" y="2607"/>
                  </a:cubicBezTo>
                  <a:cubicBezTo>
                    <a:pt x="7945" y="2332"/>
                    <a:pt x="7494" y="2181"/>
                    <a:pt x="7093" y="2181"/>
                  </a:cubicBezTo>
                  <a:cubicBezTo>
                    <a:pt x="6667" y="2181"/>
                    <a:pt x="6266" y="2282"/>
                    <a:pt x="5915" y="2457"/>
                  </a:cubicBezTo>
                  <a:cubicBezTo>
                    <a:pt x="5188" y="2808"/>
                    <a:pt x="4687" y="3384"/>
                    <a:pt x="4261" y="3986"/>
                  </a:cubicBezTo>
                  <a:cubicBezTo>
                    <a:pt x="3860" y="4587"/>
                    <a:pt x="3534" y="5214"/>
                    <a:pt x="3259" y="5891"/>
                  </a:cubicBezTo>
                  <a:cubicBezTo>
                    <a:pt x="2732" y="7194"/>
                    <a:pt x="2406" y="8597"/>
                    <a:pt x="2306" y="10001"/>
                  </a:cubicBezTo>
                  <a:cubicBezTo>
                    <a:pt x="2256" y="10703"/>
                    <a:pt x="2256" y="11430"/>
                    <a:pt x="2306" y="12131"/>
                  </a:cubicBezTo>
                  <a:cubicBezTo>
                    <a:pt x="2331" y="12482"/>
                    <a:pt x="2381" y="12833"/>
                    <a:pt x="2457" y="13184"/>
                  </a:cubicBezTo>
                  <a:cubicBezTo>
                    <a:pt x="2507" y="13535"/>
                    <a:pt x="2582" y="13886"/>
                    <a:pt x="2757" y="14262"/>
                  </a:cubicBezTo>
                  <a:cubicBezTo>
                    <a:pt x="2858" y="14437"/>
                    <a:pt x="2983" y="14612"/>
                    <a:pt x="3183" y="14738"/>
                  </a:cubicBezTo>
                  <a:cubicBezTo>
                    <a:pt x="3339" y="14835"/>
                    <a:pt x="3524" y="14872"/>
                    <a:pt x="3705" y="14872"/>
                  </a:cubicBezTo>
                  <a:cubicBezTo>
                    <a:pt x="3757" y="14872"/>
                    <a:pt x="3809" y="14869"/>
                    <a:pt x="3860" y="14863"/>
                  </a:cubicBezTo>
                  <a:cubicBezTo>
                    <a:pt x="4286" y="14788"/>
                    <a:pt x="4612" y="14487"/>
                    <a:pt x="4838" y="14211"/>
                  </a:cubicBezTo>
                  <a:cubicBezTo>
                    <a:pt x="5314" y="13610"/>
                    <a:pt x="5564" y="12933"/>
                    <a:pt x="5765" y="12257"/>
                  </a:cubicBezTo>
                  <a:cubicBezTo>
                    <a:pt x="5965" y="11580"/>
                    <a:pt x="6116" y="10903"/>
                    <a:pt x="6241" y="10226"/>
                  </a:cubicBezTo>
                  <a:cubicBezTo>
                    <a:pt x="6366" y="9550"/>
                    <a:pt x="6492" y="8873"/>
                    <a:pt x="6542" y="8171"/>
                  </a:cubicBezTo>
                  <a:cubicBezTo>
                    <a:pt x="6592" y="7470"/>
                    <a:pt x="6567" y="6768"/>
                    <a:pt x="6391" y="6066"/>
                  </a:cubicBezTo>
                  <a:cubicBezTo>
                    <a:pt x="6216" y="5414"/>
                    <a:pt x="5865" y="4738"/>
                    <a:pt x="5264" y="4362"/>
                  </a:cubicBezTo>
                  <a:lnTo>
                    <a:pt x="5264" y="4362"/>
                  </a:lnTo>
                  <a:cubicBezTo>
                    <a:pt x="5840" y="4763"/>
                    <a:pt x="6141" y="5439"/>
                    <a:pt x="6266" y="6116"/>
                  </a:cubicBezTo>
                  <a:cubicBezTo>
                    <a:pt x="6417" y="6768"/>
                    <a:pt x="6417" y="7470"/>
                    <a:pt x="6316" y="8146"/>
                  </a:cubicBezTo>
                  <a:cubicBezTo>
                    <a:pt x="6241" y="8823"/>
                    <a:pt x="6091" y="9500"/>
                    <a:pt x="5940" y="10151"/>
                  </a:cubicBezTo>
                  <a:cubicBezTo>
                    <a:pt x="5765" y="10828"/>
                    <a:pt x="5589" y="11505"/>
                    <a:pt x="5389" y="12131"/>
                  </a:cubicBezTo>
                  <a:cubicBezTo>
                    <a:pt x="5163" y="12783"/>
                    <a:pt x="4888" y="13409"/>
                    <a:pt x="4487" y="13911"/>
                  </a:cubicBezTo>
                  <a:cubicBezTo>
                    <a:pt x="4286" y="14136"/>
                    <a:pt x="4036" y="14337"/>
                    <a:pt x="3785" y="14362"/>
                  </a:cubicBezTo>
                  <a:cubicBezTo>
                    <a:pt x="3749" y="14369"/>
                    <a:pt x="3714" y="14373"/>
                    <a:pt x="3681" y="14373"/>
                  </a:cubicBezTo>
                  <a:cubicBezTo>
                    <a:pt x="3485" y="14373"/>
                    <a:pt x="3341" y="14247"/>
                    <a:pt x="3234" y="14011"/>
                  </a:cubicBezTo>
                  <a:cubicBezTo>
                    <a:pt x="3108" y="13760"/>
                    <a:pt x="3033" y="13435"/>
                    <a:pt x="3008" y="13084"/>
                  </a:cubicBezTo>
                  <a:cubicBezTo>
                    <a:pt x="2958" y="12758"/>
                    <a:pt x="2908" y="12432"/>
                    <a:pt x="2908" y="12081"/>
                  </a:cubicBezTo>
                  <a:cubicBezTo>
                    <a:pt x="2858" y="11404"/>
                    <a:pt x="2883" y="10728"/>
                    <a:pt x="2958" y="10051"/>
                  </a:cubicBezTo>
                  <a:cubicBezTo>
                    <a:pt x="3083" y="8723"/>
                    <a:pt x="3409" y="7394"/>
                    <a:pt x="3935" y="6166"/>
                  </a:cubicBezTo>
                  <a:cubicBezTo>
                    <a:pt x="4186" y="5540"/>
                    <a:pt x="4487" y="4938"/>
                    <a:pt x="4863" y="4412"/>
                  </a:cubicBezTo>
                  <a:cubicBezTo>
                    <a:pt x="5239" y="3886"/>
                    <a:pt x="5715" y="3384"/>
                    <a:pt x="6241" y="3134"/>
                  </a:cubicBezTo>
                  <a:cubicBezTo>
                    <a:pt x="6487" y="3017"/>
                    <a:pt x="6755" y="2954"/>
                    <a:pt x="7011" y="2954"/>
                  </a:cubicBezTo>
                  <a:cubicBezTo>
                    <a:pt x="7304" y="2954"/>
                    <a:pt x="7581" y="3035"/>
                    <a:pt x="7795" y="3209"/>
                  </a:cubicBezTo>
                  <a:cubicBezTo>
                    <a:pt x="8221" y="3560"/>
                    <a:pt x="8447" y="4186"/>
                    <a:pt x="8597" y="4813"/>
                  </a:cubicBezTo>
                  <a:cubicBezTo>
                    <a:pt x="8873" y="6091"/>
                    <a:pt x="8848" y="7445"/>
                    <a:pt x="8672" y="8773"/>
                  </a:cubicBezTo>
                  <a:cubicBezTo>
                    <a:pt x="8472" y="10126"/>
                    <a:pt x="8171" y="11455"/>
                    <a:pt x="7720" y="12733"/>
                  </a:cubicBezTo>
                  <a:cubicBezTo>
                    <a:pt x="7269" y="13986"/>
                    <a:pt x="6667" y="15214"/>
                    <a:pt x="5840" y="16242"/>
                  </a:cubicBezTo>
                  <a:cubicBezTo>
                    <a:pt x="5439" y="16768"/>
                    <a:pt x="4938" y="17219"/>
                    <a:pt x="4411" y="17545"/>
                  </a:cubicBezTo>
                  <a:cubicBezTo>
                    <a:pt x="4136" y="17720"/>
                    <a:pt x="3860" y="17871"/>
                    <a:pt x="3584" y="17921"/>
                  </a:cubicBezTo>
                  <a:cubicBezTo>
                    <a:pt x="3493" y="17937"/>
                    <a:pt x="3401" y="17946"/>
                    <a:pt x="3310" y="17946"/>
                  </a:cubicBezTo>
                  <a:cubicBezTo>
                    <a:pt x="3128" y="17946"/>
                    <a:pt x="2949" y="17912"/>
                    <a:pt x="2782" y="17846"/>
                  </a:cubicBezTo>
                  <a:cubicBezTo>
                    <a:pt x="2256" y="17620"/>
                    <a:pt x="1830" y="17119"/>
                    <a:pt x="1554" y="16567"/>
                  </a:cubicBezTo>
                  <a:cubicBezTo>
                    <a:pt x="1279" y="15991"/>
                    <a:pt x="1103" y="15339"/>
                    <a:pt x="978" y="14663"/>
                  </a:cubicBezTo>
                  <a:cubicBezTo>
                    <a:pt x="552" y="12006"/>
                    <a:pt x="752" y="9199"/>
                    <a:pt x="1529" y="6592"/>
                  </a:cubicBezTo>
                  <a:cubicBezTo>
                    <a:pt x="1930" y="5289"/>
                    <a:pt x="2457" y="4011"/>
                    <a:pt x="3158" y="2833"/>
                  </a:cubicBezTo>
                  <a:cubicBezTo>
                    <a:pt x="3509" y="2257"/>
                    <a:pt x="3910" y="1680"/>
                    <a:pt x="4386" y="1179"/>
                  </a:cubicBezTo>
                  <a:cubicBezTo>
                    <a:pt x="4863" y="678"/>
                    <a:pt x="5389" y="226"/>
                    <a:pt x="6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74"/>
            <p:cNvSpPr/>
            <p:nvPr/>
          </p:nvSpPr>
          <p:spPr>
            <a:xfrm flipH="1">
              <a:off x="5382813" y="3004778"/>
              <a:ext cx="12808" cy="298798"/>
            </a:xfrm>
            <a:custGeom>
              <a:avLst/>
              <a:gdLst/>
              <a:ahLst/>
              <a:cxnLst/>
              <a:rect l="l" t="t" r="r" b="b"/>
              <a:pathLst>
                <a:path w="853" h="19900" extrusionOk="0">
                  <a:moveTo>
                    <a:pt x="777" y="0"/>
                  </a:moveTo>
                  <a:cubicBezTo>
                    <a:pt x="502" y="1654"/>
                    <a:pt x="326" y="3308"/>
                    <a:pt x="201" y="4962"/>
                  </a:cubicBezTo>
                  <a:cubicBezTo>
                    <a:pt x="76" y="6617"/>
                    <a:pt x="0" y="8296"/>
                    <a:pt x="0" y="9950"/>
                  </a:cubicBezTo>
                  <a:cubicBezTo>
                    <a:pt x="0" y="11604"/>
                    <a:pt x="26" y="13283"/>
                    <a:pt x="126" y="14937"/>
                  </a:cubicBezTo>
                  <a:cubicBezTo>
                    <a:pt x="251" y="16592"/>
                    <a:pt x="401" y="18246"/>
                    <a:pt x="677" y="19900"/>
                  </a:cubicBezTo>
                  <a:cubicBezTo>
                    <a:pt x="752" y="18221"/>
                    <a:pt x="777" y="16567"/>
                    <a:pt x="777" y="14912"/>
                  </a:cubicBezTo>
                  <a:lnTo>
                    <a:pt x="828" y="9950"/>
                  </a:lnTo>
                  <a:lnTo>
                    <a:pt x="853" y="4988"/>
                  </a:lnTo>
                  <a:cubicBezTo>
                    <a:pt x="853" y="3333"/>
                    <a:pt x="828" y="1679"/>
                    <a:pt x="777" y="0"/>
                  </a:cubicBezTo>
                  <a:close/>
                </a:path>
              </a:pathLst>
            </a:custGeom>
            <a:solidFill>
              <a:srgbClr val="F57C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74"/>
            <p:cNvSpPr/>
            <p:nvPr/>
          </p:nvSpPr>
          <p:spPr>
            <a:xfrm flipH="1">
              <a:off x="5456571" y="3370191"/>
              <a:ext cx="13183" cy="69264"/>
            </a:xfrm>
            <a:custGeom>
              <a:avLst/>
              <a:gdLst/>
              <a:ahLst/>
              <a:cxnLst/>
              <a:rect l="l" t="t" r="r" b="b"/>
              <a:pathLst>
                <a:path w="878" h="4613" extrusionOk="0">
                  <a:moveTo>
                    <a:pt x="301" y="1"/>
                  </a:moveTo>
                  <a:cubicBezTo>
                    <a:pt x="150" y="402"/>
                    <a:pt x="100" y="803"/>
                    <a:pt x="50" y="1179"/>
                  </a:cubicBezTo>
                  <a:cubicBezTo>
                    <a:pt x="0" y="1580"/>
                    <a:pt x="0" y="1956"/>
                    <a:pt x="25" y="2332"/>
                  </a:cubicBezTo>
                  <a:cubicBezTo>
                    <a:pt x="50" y="2733"/>
                    <a:pt x="100" y="3109"/>
                    <a:pt x="176" y="3485"/>
                  </a:cubicBezTo>
                  <a:cubicBezTo>
                    <a:pt x="276" y="3861"/>
                    <a:pt x="376" y="4237"/>
                    <a:pt x="577" y="4613"/>
                  </a:cubicBezTo>
                  <a:cubicBezTo>
                    <a:pt x="727" y="4237"/>
                    <a:pt x="802" y="3836"/>
                    <a:pt x="827" y="3460"/>
                  </a:cubicBezTo>
                  <a:cubicBezTo>
                    <a:pt x="877" y="3059"/>
                    <a:pt x="877" y="2683"/>
                    <a:pt x="852" y="2282"/>
                  </a:cubicBezTo>
                  <a:cubicBezTo>
                    <a:pt x="827" y="1906"/>
                    <a:pt x="777" y="1530"/>
                    <a:pt x="702" y="1154"/>
                  </a:cubicBezTo>
                  <a:cubicBezTo>
                    <a:pt x="602" y="753"/>
                    <a:pt x="501" y="377"/>
                    <a:pt x="301" y="1"/>
                  </a:cubicBezTo>
                  <a:close/>
                </a:path>
              </a:pathLst>
            </a:custGeom>
            <a:solidFill>
              <a:srgbClr val="F57C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74"/>
            <p:cNvSpPr/>
            <p:nvPr/>
          </p:nvSpPr>
          <p:spPr>
            <a:xfrm flipH="1">
              <a:off x="5453944" y="3258052"/>
              <a:ext cx="12808" cy="62102"/>
            </a:xfrm>
            <a:custGeom>
              <a:avLst/>
              <a:gdLst/>
              <a:ahLst/>
              <a:cxnLst/>
              <a:rect l="l" t="t" r="r" b="b"/>
              <a:pathLst>
                <a:path w="853" h="4136" extrusionOk="0">
                  <a:moveTo>
                    <a:pt x="427" y="0"/>
                  </a:moveTo>
                  <a:cubicBezTo>
                    <a:pt x="251" y="351"/>
                    <a:pt x="176" y="677"/>
                    <a:pt x="101" y="1028"/>
                  </a:cubicBezTo>
                  <a:cubicBezTo>
                    <a:pt x="26" y="1379"/>
                    <a:pt x="1" y="1730"/>
                    <a:pt x="1" y="2055"/>
                  </a:cubicBezTo>
                  <a:cubicBezTo>
                    <a:pt x="1" y="2406"/>
                    <a:pt x="26" y="2757"/>
                    <a:pt x="101" y="3108"/>
                  </a:cubicBezTo>
                  <a:cubicBezTo>
                    <a:pt x="151" y="3434"/>
                    <a:pt x="251" y="3785"/>
                    <a:pt x="427" y="4136"/>
                  </a:cubicBezTo>
                  <a:cubicBezTo>
                    <a:pt x="602" y="3785"/>
                    <a:pt x="677" y="3434"/>
                    <a:pt x="752" y="3108"/>
                  </a:cubicBezTo>
                  <a:cubicBezTo>
                    <a:pt x="828" y="2757"/>
                    <a:pt x="853" y="2406"/>
                    <a:pt x="853" y="2055"/>
                  </a:cubicBezTo>
                  <a:cubicBezTo>
                    <a:pt x="853" y="1730"/>
                    <a:pt x="803" y="1379"/>
                    <a:pt x="752" y="1028"/>
                  </a:cubicBezTo>
                  <a:cubicBezTo>
                    <a:pt x="677" y="677"/>
                    <a:pt x="602" y="351"/>
                    <a:pt x="427" y="0"/>
                  </a:cubicBezTo>
                  <a:close/>
                </a:path>
              </a:pathLst>
            </a:custGeom>
            <a:solidFill>
              <a:srgbClr val="F57C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74"/>
            <p:cNvSpPr/>
            <p:nvPr/>
          </p:nvSpPr>
          <p:spPr>
            <a:xfrm flipH="1">
              <a:off x="5318831" y="2417309"/>
              <a:ext cx="12808" cy="157688"/>
            </a:xfrm>
            <a:custGeom>
              <a:avLst/>
              <a:gdLst/>
              <a:ahLst/>
              <a:cxnLst/>
              <a:rect l="l" t="t" r="r" b="b"/>
              <a:pathLst>
                <a:path w="853" h="10502" extrusionOk="0">
                  <a:moveTo>
                    <a:pt x="326" y="0"/>
                  </a:moveTo>
                  <a:cubicBezTo>
                    <a:pt x="201" y="877"/>
                    <a:pt x="150" y="1754"/>
                    <a:pt x="100" y="2632"/>
                  </a:cubicBezTo>
                  <a:cubicBezTo>
                    <a:pt x="50" y="3509"/>
                    <a:pt x="50" y="4386"/>
                    <a:pt x="25" y="5238"/>
                  </a:cubicBezTo>
                  <a:cubicBezTo>
                    <a:pt x="0" y="6115"/>
                    <a:pt x="0" y="6993"/>
                    <a:pt x="25" y="7870"/>
                  </a:cubicBezTo>
                  <a:cubicBezTo>
                    <a:pt x="25" y="8722"/>
                    <a:pt x="50" y="9599"/>
                    <a:pt x="150" y="10501"/>
                  </a:cubicBezTo>
                  <a:cubicBezTo>
                    <a:pt x="401" y="9649"/>
                    <a:pt x="552" y="8772"/>
                    <a:pt x="677" y="7895"/>
                  </a:cubicBezTo>
                  <a:cubicBezTo>
                    <a:pt x="777" y="7018"/>
                    <a:pt x="827" y="6140"/>
                    <a:pt x="852" y="5263"/>
                  </a:cubicBezTo>
                  <a:cubicBezTo>
                    <a:pt x="852" y="4386"/>
                    <a:pt x="827" y="3509"/>
                    <a:pt x="752" y="2632"/>
                  </a:cubicBezTo>
                  <a:cubicBezTo>
                    <a:pt x="677" y="1729"/>
                    <a:pt x="552" y="877"/>
                    <a:pt x="326" y="0"/>
                  </a:cubicBezTo>
                  <a:close/>
                </a:path>
              </a:pathLst>
            </a:custGeom>
            <a:solidFill>
              <a:srgbClr val="F57C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74"/>
            <p:cNvSpPr/>
            <p:nvPr/>
          </p:nvSpPr>
          <p:spPr>
            <a:xfrm flipH="1">
              <a:off x="7371405" y="1518980"/>
              <a:ext cx="164459" cy="318753"/>
            </a:xfrm>
            <a:custGeom>
              <a:avLst/>
              <a:gdLst/>
              <a:ahLst/>
              <a:cxnLst/>
              <a:rect l="l" t="t" r="r" b="b"/>
              <a:pathLst>
                <a:path w="10953" h="21229" extrusionOk="0">
                  <a:moveTo>
                    <a:pt x="1479" y="0"/>
                  </a:moveTo>
                  <a:lnTo>
                    <a:pt x="0" y="351"/>
                  </a:lnTo>
                  <a:lnTo>
                    <a:pt x="4837" y="21228"/>
                  </a:lnTo>
                  <a:lnTo>
                    <a:pt x="8146" y="21203"/>
                  </a:lnTo>
                  <a:cubicBezTo>
                    <a:pt x="10502" y="18121"/>
                    <a:pt x="10953" y="13735"/>
                    <a:pt x="9299" y="10251"/>
                  </a:cubicBezTo>
                  <a:cubicBezTo>
                    <a:pt x="7469" y="6391"/>
                    <a:pt x="3233" y="3885"/>
                    <a:pt x="14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74"/>
            <p:cNvSpPr/>
            <p:nvPr/>
          </p:nvSpPr>
          <p:spPr>
            <a:xfrm flipH="1">
              <a:off x="7447788" y="1520481"/>
              <a:ext cx="133243" cy="334940"/>
            </a:xfrm>
            <a:custGeom>
              <a:avLst/>
              <a:gdLst/>
              <a:ahLst/>
              <a:cxnLst/>
              <a:rect l="l" t="t" r="r" b="b"/>
              <a:pathLst>
                <a:path w="8874" h="22307" extrusionOk="0">
                  <a:moveTo>
                    <a:pt x="4036" y="0"/>
                  </a:moveTo>
                  <a:lnTo>
                    <a:pt x="2557" y="351"/>
                  </a:lnTo>
                  <a:cubicBezTo>
                    <a:pt x="2708" y="4612"/>
                    <a:pt x="1" y="8747"/>
                    <a:pt x="51" y="12983"/>
                  </a:cubicBezTo>
                  <a:cubicBezTo>
                    <a:pt x="101" y="16843"/>
                    <a:pt x="2457" y="20602"/>
                    <a:pt x="5916" y="22306"/>
                  </a:cubicBezTo>
                  <a:lnTo>
                    <a:pt x="8873" y="20878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74"/>
            <p:cNvSpPr/>
            <p:nvPr/>
          </p:nvSpPr>
          <p:spPr>
            <a:xfrm flipH="1">
              <a:off x="7466615" y="1520481"/>
              <a:ext cx="70000" cy="232207"/>
            </a:xfrm>
            <a:custGeom>
              <a:avLst/>
              <a:gdLst/>
              <a:ahLst/>
              <a:cxnLst/>
              <a:rect l="l" t="t" r="r" b="b"/>
              <a:pathLst>
                <a:path w="4662" h="15465" extrusionOk="0">
                  <a:moveTo>
                    <a:pt x="1128" y="0"/>
                  </a:moveTo>
                  <a:lnTo>
                    <a:pt x="0" y="251"/>
                  </a:lnTo>
                  <a:lnTo>
                    <a:pt x="3534" y="15464"/>
                  </a:lnTo>
                  <a:lnTo>
                    <a:pt x="4662" y="15188"/>
                  </a:lnTo>
                  <a:lnTo>
                    <a:pt x="11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74"/>
            <p:cNvSpPr/>
            <p:nvPr/>
          </p:nvSpPr>
          <p:spPr>
            <a:xfrm flipH="1">
              <a:off x="7439511" y="1712310"/>
              <a:ext cx="76036" cy="69204"/>
            </a:xfrm>
            <a:custGeom>
              <a:avLst/>
              <a:gdLst/>
              <a:ahLst/>
              <a:cxnLst/>
              <a:rect l="l" t="t" r="r" b="b"/>
              <a:pathLst>
                <a:path w="5064" h="4609" extrusionOk="0">
                  <a:moveTo>
                    <a:pt x="2525" y="1"/>
                  </a:moveTo>
                  <a:cubicBezTo>
                    <a:pt x="2354" y="1"/>
                    <a:pt x="2180" y="19"/>
                    <a:pt x="2006" y="58"/>
                  </a:cubicBezTo>
                  <a:cubicBezTo>
                    <a:pt x="753" y="358"/>
                    <a:pt x="1" y="1586"/>
                    <a:pt x="276" y="2839"/>
                  </a:cubicBezTo>
                  <a:cubicBezTo>
                    <a:pt x="533" y="3889"/>
                    <a:pt x="1467" y="4609"/>
                    <a:pt x="2515" y="4609"/>
                  </a:cubicBezTo>
                  <a:cubicBezTo>
                    <a:pt x="2694" y="4609"/>
                    <a:pt x="2876" y="4588"/>
                    <a:pt x="3058" y="4544"/>
                  </a:cubicBezTo>
                  <a:cubicBezTo>
                    <a:pt x="4286" y="4268"/>
                    <a:pt x="5063" y="3015"/>
                    <a:pt x="4788" y="1787"/>
                  </a:cubicBezTo>
                  <a:cubicBezTo>
                    <a:pt x="4529" y="708"/>
                    <a:pt x="3583" y="1"/>
                    <a:pt x="25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74"/>
            <p:cNvSpPr/>
            <p:nvPr/>
          </p:nvSpPr>
          <p:spPr>
            <a:xfrm flipH="1">
              <a:off x="7242311" y="2393974"/>
              <a:ext cx="136621" cy="120811"/>
            </a:xfrm>
            <a:custGeom>
              <a:avLst/>
              <a:gdLst/>
              <a:ahLst/>
              <a:cxnLst/>
              <a:rect l="l" t="t" r="r" b="b"/>
              <a:pathLst>
                <a:path w="9099" h="8046" extrusionOk="0">
                  <a:moveTo>
                    <a:pt x="7620" y="0"/>
                  </a:moveTo>
                  <a:lnTo>
                    <a:pt x="1" y="1755"/>
                  </a:lnTo>
                  <a:cubicBezTo>
                    <a:pt x="502" y="3860"/>
                    <a:pt x="978" y="5990"/>
                    <a:pt x="1454" y="8045"/>
                  </a:cubicBezTo>
                  <a:lnTo>
                    <a:pt x="9098" y="6266"/>
                  </a:lnTo>
                  <a:cubicBezTo>
                    <a:pt x="8597" y="4211"/>
                    <a:pt x="8121" y="2105"/>
                    <a:pt x="76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74"/>
            <p:cNvSpPr/>
            <p:nvPr/>
          </p:nvSpPr>
          <p:spPr>
            <a:xfrm flipH="1">
              <a:off x="7147473" y="2730797"/>
              <a:ext cx="161456" cy="126832"/>
            </a:xfrm>
            <a:custGeom>
              <a:avLst/>
              <a:gdLst/>
              <a:ahLst/>
              <a:cxnLst/>
              <a:rect l="l" t="t" r="r" b="b"/>
              <a:pathLst>
                <a:path w="10753" h="8447" extrusionOk="0">
                  <a:moveTo>
                    <a:pt x="8797" y="0"/>
                  </a:moveTo>
                  <a:lnTo>
                    <a:pt x="0" y="2030"/>
                  </a:lnTo>
                  <a:cubicBezTo>
                    <a:pt x="326" y="4060"/>
                    <a:pt x="652" y="6191"/>
                    <a:pt x="953" y="8446"/>
                  </a:cubicBezTo>
                  <a:lnTo>
                    <a:pt x="10752" y="6166"/>
                  </a:lnTo>
                  <a:cubicBezTo>
                    <a:pt x="10050" y="4010"/>
                    <a:pt x="9399" y="1955"/>
                    <a:pt x="8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74"/>
            <p:cNvSpPr/>
            <p:nvPr/>
          </p:nvSpPr>
          <p:spPr>
            <a:xfrm flipH="1">
              <a:off x="6832022" y="2823370"/>
              <a:ext cx="462612" cy="1067521"/>
            </a:xfrm>
            <a:custGeom>
              <a:avLst/>
              <a:gdLst/>
              <a:ahLst/>
              <a:cxnLst/>
              <a:rect l="l" t="t" r="r" b="b"/>
              <a:pathLst>
                <a:path w="30810" h="71097" extrusionOk="0">
                  <a:moveTo>
                    <a:pt x="9800" y="1"/>
                  </a:moveTo>
                  <a:lnTo>
                    <a:pt x="1" y="2281"/>
                  </a:lnTo>
                  <a:cubicBezTo>
                    <a:pt x="2883" y="22632"/>
                    <a:pt x="5640" y="50953"/>
                    <a:pt x="8296" y="62407"/>
                  </a:cubicBezTo>
                  <a:cubicBezTo>
                    <a:pt x="9693" y="68435"/>
                    <a:pt x="14117" y="71097"/>
                    <a:pt x="18541" y="71097"/>
                  </a:cubicBezTo>
                  <a:cubicBezTo>
                    <a:pt x="24675" y="71097"/>
                    <a:pt x="30810" y="65978"/>
                    <a:pt x="28873" y="57620"/>
                  </a:cubicBezTo>
                  <a:cubicBezTo>
                    <a:pt x="26216" y="46166"/>
                    <a:pt x="16191" y="19550"/>
                    <a:pt x="98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74"/>
            <p:cNvSpPr/>
            <p:nvPr/>
          </p:nvSpPr>
          <p:spPr>
            <a:xfrm flipH="1">
              <a:off x="7176830" y="2488049"/>
              <a:ext cx="180270" cy="273228"/>
            </a:xfrm>
            <a:custGeom>
              <a:avLst/>
              <a:gdLst/>
              <a:ahLst/>
              <a:cxnLst/>
              <a:rect l="l" t="t" r="r" b="b"/>
              <a:pathLst>
                <a:path w="12006" h="18197" extrusionOk="0">
                  <a:moveTo>
                    <a:pt x="7644" y="1"/>
                  </a:moveTo>
                  <a:lnTo>
                    <a:pt x="0" y="1780"/>
                  </a:lnTo>
                  <a:cubicBezTo>
                    <a:pt x="702" y="4988"/>
                    <a:pt x="1379" y="8096"/>
                    <a:pt x="1930" y="10953"/>
                  </a:cubicBezTo>
                  <a:cubicBezTo>
                    <a:pt x="2356" y="13084"/>
                    <a:pt x="2782" y="15540"/>
                    <a:pt x="3208" y="18196"/>
                  </a:cubicBezTo>
                  <a:lnTo>
                    <a:pt x="12005" y="16166"/>
                  </a:lnTo>
                  <a:cubicBezTo>
                    <a:pt x="11203" y="13585"/>
                    <a:pt x="10501" y="11204"/>
                    <a:pt x="9950" y="9099"/>
                  </a:cubicBezTo>
                  <a:cubicBezTo>
                    <a:pt x="9198" y="6292"/>
                    <a:pt x="8421" y="3209"/>
                    <a:pt x="76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74"/>
            <p:cNvSpPr/>
            <p:nvPr/>
          </p:nvSpPr>
          <p:spPr>
            <a:xfrm flipH="1">
              <a:off x="7297634" y="1911496"/>
              <a:ext cx="199850" cy="363168"/>
            </a:xfrm>
            <a:custGeom>
              <a:avLst/>
              <a:gdLst/>
              <a:ahLst/>
              <a:cxnLst/>
              <a:rect l="l" t="t" r="r" b="b"/>
              <a:pathLst>
                <a:path w="13310" h="24187" extrusionOk="0">
                  <a:moveTo>
                    <a:pt x="8572" y="1"/>
                  </a:moveTo>
                  <a:lnTo>
                    <a:pt x="4286" y="1003"/>
                  </a:lnTo>
                  <a:lnTo>
                    <a:pt x="1" y="1981"/>
                  </a:lnTo>
                  <a:cubicBezTo>
                    <a:pt x="1" y="1981"/>
                    <a:pt x="2657" y="12106"/>
                    <a:pt x="5590" y="24186"/>
                  </a:cubicBezTo>
                  <a:lnTo>
                    <a:pt x="13309" y="22382"/>
                  </a:lnTo>
                  <a:cubicBezTo>
                    <a:pt x="10627" y="10251"/>
                    <a:pt x="8572" y="1"/>
                    <a:pt x="85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74"/>
            <p:cNvSpPr/>
            <p:nvPr/>
          </p:nvSpPr>
          <p:spPr>
            <a:xfrm flipH="1">
              <a:off x="7264519" y="2342409"/>
              <a:ext cx="126456" cy="77913"/>
            </a:xfrm>
            <a:custGeom>
              <a:avLst/>
              <a:gdLst/>
              <a:ahLst/>
              <a:cxnLst/>
              <a:rect l="l" t="t" r="r" b="b"/>
              <a:pathLst>
                <a:path w="8422" h="5189" extrusionOk="0">
                  <a:moveTo>
                    <a:pt x="7645" y="1"/>
                  </a:moveTo>
                  <a:lnTo>
                    <a:pt x="1" y="1755"/>
                  </a:lnTo>
                  <a:cubicBezTo>
                    <a:pt x="276" y="2908"/>
                    <a:pt x="552" y="4036"/>
                    <a:pt x="803" y="5189"/>
                  </a:cubicBezTo>
                  <a:lnTo>
                    <a:pt x="8422" y="3434"/>
                  </a:lnTo>
                  <a:cubicBezTo>
                    <a:pt x="8146" y="2281"/>
                    <a:pt x="7895" y="1128"/>
                    <a:pt x="76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74"/>
            <p:cNvSpPr/>
            <p:nvPr/>
          </p:nvSpPr>
          <p:spPr>
            <a:xfrm flipH="1">
              <a:off x="7276187" y="2247568"/>
              <a:ext cx="137372" cy="121186"/>
            </a:xfrm>
            <a:custGeom>
              <a:avLst/>
              <a:gdLst/>
              <a:ahLst/>
              <a:cxnLst/>
              <a:rect l="l" t="t" r="r" b="b"/>
              <a:pathLst>
                <a:path w="9149" h="8071" extrusionOk="0">
                  <a:moveTo>
                    <a:pt x="7720" y="1"/>
                  </a:moveTo>
                  <a:lnTo>
                    <a:pt x="1" y="1805"/>
                  </a:lnTo>
                  <a:cubicBezTo>
                    <a:pt x="502" y="3860"/>
                    <a:pt x="1003" y="5966"/>
                    <a:pt x="1505" y="8071"/>
                  </a:cubicBezTo>
                  <a:lnTo>
                    <a:pt x="9149" y="6317"/>
                  </a:lnTo>
                  <a:cubicBezTo>
                    <a:pt x="8647" y="4186"/>
                    <a:pt x="8171" y="2081"/>
                    <a:pt x="77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74"/>
            <p:cNvSpPr/>
            <p:nvPr/>
          </p:nvSpPr>
          <p:spPr>
            <a:xfrm flipH="1">
              <a:off x="7134295" y="3821435"/>
              <a:ext cx="10556" cy="15060"/>
            </a:xfrm>
            <a:custGeom>
              <a:avLst/>
              <a:gdLst/>
              <a:ahLst/>
              <a:cxnLst/>
              <a:rect l="l" t="t" r="r" b="b"/>
              <a:pathLst>
                <a:path w="703" h="1003" extrusionOk="0">
                  <a:moveTo>
                    <a:pt x="702" y="1003"/>
                  </a:moveTo>
                  <a:cubicBezTo>
                    <a:pt x="452" y="677"/>
                    <a:pt x="226" y="351"/>
                    <a:pt x="1" y="0"/>
                  </a:cubicBezTo>
                  <a:lnTo>
                    <a:pt x="1" y="0"/>
                  </a:lnTo>
                  <a:cubicBezTo>
                    <a:pt x="226" y="351"/>
                    <a:pt x="452" y="677"/>
                    <a:pt x="702" y="1003"/>
                  </a:cubicBezTo>
                  <a:lnTo>
                    <a:pt x="702" y="1003"/>
                  </a:lnTo>
                  <a:close/>
                </a:path>
              </a:pathLst>
            </a:custGeom>
            <a:solidFill>
              <a:srgbClr val="3014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74"/>
            <p:cNvSpPr/>
            <p:nvPr/>
          </p:nvSpPr>
          <p:spPr>
            <a:xfrm flipH="1">
              <a:off x="7144837" y="3730363"/>
              <a:ext cx="31997" cy="91081"/>
            </a:xfrm>
            <a:custGeom>
              <a:avLst/>
              <a:gdLst/>
              <a:ahLst/>
              <a:cxnLst/>
              <a:rect l="l" t="t" r="r" b="b"/>
              <a:pathLst>
                <a:path w="2131" h="6066" extrusionOk="0">
                  <a:moveTo>
                    <a:pt x="2131" y="6065"/>
                  </a:moveTo>
                  <a:cubicBezTo>
                    <a:pt x="1604" y="5263"/>
                    <a:pt x="1153" y="4361"/>
                    <a:pt x="802" y="3308"/>
                  </a:cubicBezTo>
                  <a:lnTo>
                    <a:pt x="802" y="3308"/>
                  </a:lnTo>
                  <a:cubicBezTo>
                    <a:pt x="1153" y="4361"/>
                    <a:pt x="1604" y="5263"/>
                    <a:pt x="2131" y="6065"/>
                  </a:cubicBezTo>
                  <a:lnTo>
                    <a:pt x="2131" y="6065"/>
                  </a:lnTo>
                  <a:close/>
                  <a:moveTo>
                    <a:pt x="627" y="2682"/>
                  </a:moveTo>
                  <a:cubicBezTo>
                    <a:pt x="552" y="2456"/>
                    <a:pt x="502" y="2231"/>
                    <a:pt x="451" y="2005"/>
                  </a:cubicBezTo>
                  <a:cubicBezTo>
                    <a:pt x="301" y="1379"/>
                    <a:pt x="151" y="727"/>
                    <a:pt x="0" y="0"/>
                  </a:cubicBezTo>
                  <a:lnTo>
                    <a:pt x="0" y="0"/>
                  </a:lnTo>
                  <a:cubicBezTo>
                    <a:pt x="151" y="727"/>
                    <a:pt x="301" y="1379"/>
                    <a:pt x="451" y="2005"/>
                  </a:cubicBezTo>
                  <a:cubicBezTo>
                    <a:pt x="502" y="2231"/>
                    <a:pt x="552" y="2456"/>
                    <a:pt x="627" y="2682"/>
                  </a:cubicBezTo>
                  <a:lnTo>
                    <a:pt x="627" y="268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74"/>
            <p:cNvSpPr/>
            <p:nvPr/>
          </p:nvSpPr>
          <p:spPr>
            <a:xfrm flipH="1">
              <a:off x="7101562" y="3836481"/>
              <a:ext cx="32748" cy="29369"/>
            </a:xfrm>
            <a:custGeom>
              <a:avLst/>
              <a:gdLst/>
              <a:ahLst/>
              <a:cxnLst/>
              <a:rect l="l" t="t" r="r" b="b"/>
              <a:pathLst>
                <a:path w="2181" h="1956" extrusionOk="0">
                  <a:moveTo>
                    <a:pt x="2181" y="1956"/>
                  </a:moveTo>
                  <a:cubicBezTo>
                    <a:pt x="1379" y="1429"/>
                    <a:pt x="652" y="778"/>
                    <a:pt x="0" y="1"/>
                  </a:cubicBezTo>
                  <a:lnTo>
                    <a:pt x="0" y="1"/>
                  </a:lnTo>
                  <a:cubicBezTo>
                    <a:pt x="652" y="778"/>
                    <a:pt x="1379" y="1429"/>
                    <a:pt x="2181" y="1956"/>
                  </a:cubicBezTo>
                  <a:lnTo>
                    <a:pt x="2181" y="1956"/>
                  </a:lnTo>
                  <a:close/>
                </a:path>
              </a:pathLst>
            </a:custGeom>
            <a:solidFill>
              <a:srgbClr val="3065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74"/>
            <p:cNvSpPr/>
            <p:nvPr/>
          </p:nvSpPr>
          <p:spPr>
            <a:xfrm flipH="1">
              <a:off x="7164777" y="3770621"/>
              <a:ext cx="2658" cy="9429"/>
            </a:xfrm>
            <a:custGeom>
              <a:avLst/>
              <a:gdLst/>
              <a:ahLst/>
              <a:cxnLst/>
              <a:rect l="l" t="t" r="r" b="b"/>
              <a:pathLst>
                <a:path w="177" h="628" extrusionOk="0">
                  <a:moveTo>
                    <a:pt x="176" y="627"/>
                  </a:moveTo>
                  <a:cubicBezTo>
                    <a:pt x="126" y="427"/>
                    <a:pt x="51" y="226"/>
                    <a:pt x="1" y="1"/>
                  </a:cubicBezTo>
                  <a:lnTo>
                    <a:pt x="1" y="1"/>
                  </a:lnTo>
                  <a:cubicBezTo>
                    <a:pt x="51" y="226"/>
                    <a:pt x="126" y="427"/>
                    <a:pt x="176" y="627"/>
                  </a:cubicBezTo>
                  <a:lnTo>
                    <a:pt x="176" y="62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74"/>
            <p:cNvSpPr/>
            <p:nvPr/>
          </p:nvSpPr>
          <p:spPr>
            <a:xfrm flipH="1">
              <a:off x="7091395" y="3865837"/>
              <a:ext cx="10180" cy="6411"/>
            </a:xfrm>
            <a:custGeom>
              <a:avLst/>
              <a:gdLst/>
              <a:ahLst/>
              <a:cxnLst/>
              <a:rect l="l" t="t" r="r" b="b"/>
              <a:pathLst>
                <a:path w="678" h="427" extrusionOk="0">
                  <a:moveTo>
                    <a:pt x="678" y="427"/>
                  </a:moveTo>
                  <a:cubicBezTo>
                    <a:pt x="452" y="301"/>
                    <a:pt x="226" y="151"/>
                    <a:pt x="1" y="1"/>
                  </a:cubicBezTo>
                  <a:lnTo>
                    <a:pt x="1" y="1"/>
                  </a:lnTo>
                  <a:cubicBezTo>
                    <a:pt x="226" y="151"/>
                    <a:pt x="452" y="301"/>
                    <a:pt x="678" y="427"/>
                  </a:cubicBezTo>
                  <a:close/>
                </a:path>
              </a:pathLst>
            </a:custGeom>
            <a:solidFill>
              <a:srgbClr val="271E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74"/>
            <p:cNvSpPr/>
            <p:nvPr/>
          </p:nvSpPr>
          <p:spPr>
            <a:xfrm flipH="1">
              <a:off x="7314939" y="2410146"/>
              <a:ext cx="63994" cy="104640"/>
            </a:xfrm>
            <a:custGeom>
              <a:avLst/>
              <a:gdLst/>
              <a:ahLst/>
              <a:cxnLst/>
              <a:rect l="l" t="t" r="r" b="b"/>
              <a:pathLst>
                <a:path w="4262" h="6969" extrusionOk="0">
                  <a:moveTo>
                    <a:pt x="2908" y="1"/>
                  </a:moveTo>
                  <a:lnTo>
                    <a:pt x="1" y="678"/>
                  </a:lnTo>
                  <a:cubicBezTo>
                    <a:pt x="502" y="2783"/>
                    <a:pt x="978" y="4913"/>
                    <a:pt x="1454" y="6968"/>
                  </a:cubicBezTo>
                  <a:lnTo>
                    <a:pt x="4261" y="6317"/>
                  </a:lnTo>
                  <a:cubicBezTo>
                    <a:pt x="3835" y="4211"/>
                    <a:pt x="3384" y="2106"/>
                    <a:pt x="29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74"/>
            <p:cNvSpPr/>
            <p:nvPr/>
          </p:nvSpPr>
          <p:spPr>
            <a:xfrm flipH="1">
              <a:off x="7254725" y="2752239"/>
              <a:ext cx="54204" cy="105390"/>
            </a:xfrm>
            <a:custGeom>
              <a:avLst/>
              <a:gdLst/>
              <a:ahLst/>
              <a:cxnLst/>
              <a:rect l="l" t="t" r="r" b="b"/>
              <a:pathLst>
                <a:path w="3610" h="7019" extrusionOk="0">
                  <a:moveTo>
                    <a:pt x="2607" y="1"/>
                  </a:moveTo>
                  <a:lnTo>
                    <a:pt x="0" y="602"/>
                  </a:lnTo>
                  <a:cubicBezTo>
                    <a:pt x="326" y="2632"/>
                    <a:pt x="652" y="4763"/>
                    <a:pt x="953" y="7018"/>
                  </a:cubicBezTo>
                  <a:lnTo>
                    <a:pt x="3609" y="6392"/>
                  </a:lnTo>
                  <a:cubicBezTo>
                    <a:pt x="3283" y="4262"/>
                    <a:pt x="2958" y="2131"/>
                    <a:pt x="26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74"/>
            <p:cNvSpPr/>
            <p:nvPr/>
          </p:nvSpPr>
          <p:spPr>
            <a:xfrm flipH="1">
              <a:off x="6871256" y="2848206"/>
              <a:ext cx="423378" cy="1042792"/>
            </a:xfrm>
            <a:custGeom>
              <a:avLst/>
              <a:gdLst/>
              <a:ahLst/>
              <a:cxnLst/>
              <a:rect l="l" t="t" r="r" b="b"/>
              <a:pathLst>
                <a:path w="28197" h="69450" extrusionOk="0">
                  <a:moveTo>
                    <a:pt x="2657" y="1"/>
                  </a:moveTo>
                  <a:lnTo>
                    <a:pt x="1" y="627"/>
                  </a:lnTo>
                  <a:cubicBezTo>
                    <a:pt x="527" y="4312"/>
                    <a:pt x="1053" y="8297"/>
                    <a:pt x="1554" y="12357"/>
                  </a:cubicBezTo>
                  <a:cubicBezTo>
                    <a:pt x="1680" y="13359"/>
                    <a:pt x="1805" y="14362"/>
                    <a:pt x="1930" y="15364"/>
                  </a:cubicBezTo>
                  <a:cubicBezTo>
                    <a:pt x="3058" y="24362"/>
                    <a:pt x="4161" y="33760"/>
                    <a:pt x="5239" y="41956"/>
                  </a:cubicBezTo>
                  <a:cubicBezTo>
                    <a:pt x="5539" y="44187"/>
                    <a:pt x="5840" y="46317"/>
                    <a:pt x="6116" y="48347"/>
                  </a:cubicBezTo>
                  <a:cubicBezTo>
                    <a:pt x="6392" y="50152"/>
                    <a:pt x="6642" y="51856"/>
                    <a:pt x="6893" y="53435"/>
                  </a:cubicBezTo>
                  <a:cubicBezTo>
                    <a:pt x="6943" y="53610"/>
                    <a:pt x="6968" y="53786"/>
                    <a:pt x="6993" y="53961"/>
                  </a:cubicBezTo>
                  <a:cubicBezTo>
                    <a:pt x="7269" y="55715"/>
                    <a:pt x="7570" y="57320"/>
                    <a:pt x="7845" y="58748"/>
                  </a:cubicBezTo>
                  <a:cubicBezTo>
                    <a:pt x="7996" y="59475"/>
                    <a:pt x="8146" y="60127"/>
                    <a:pt x="8296" y="60753"/>
                  </a:cubicBezTo>
                  <a:cubicBezTo>
                    <a:pt x="8347" y="60979"/>
                    <a:pt x="8397" y="61204"/>
                    <a:pt x="8472" y="61430"/>
                  </a:cubicBezTo>
                  <a:cubicBezTo>
                    <a:pt x="8522" y="61655"/>
                    <a:pt x="8597" y="61856"/>
                    <a:pt x="8647" y="62056"/>
                  </a:cubicBezTo>
                  <a:cubicBezTo>
                    <a:pt x="8998" y="63109"/>
                    <a:pt x="9449" y="64011"/>
                    <a:pt x="9976" y="64813"/>
                  </a:cubicBezTo>
                  <a:cubicBezTo>
                    <a:pt x="10201" y="65164"/>
                    <a:pt x="10427" y="65490"/>
                    <a:pt x="10677" y="65816"/>
                  </a:cubicBezTo>
                  <a:cubicBezTo>
                    <a:pt x="11329" y="66593"/>
                    <a:pt x="12056" y="67244"/>
                    <a:pt x="12858" y="67771"/>
                  </a:cubicBezTo>
                  <a:cubicBezTo>
                    <a:pt x="13083" y="67921"/>
                    <a:pt x="13309" y="68071"/>
                    <a:pt x="13535" y="68197"/>
                  </a:cubicBezTo>
                  <a:cubicBezTo>
                    <a:pt x="15088" y="69049"/>
                    <a:pt x="16818" y="69450"/>
                    <a:pt x="18547" y="69450"/>
                  </a:cubicBezTo>
                  <a:cubicBezTo>
                    <a:pt x="22457" y="69450"/>
                    <a:pt x="26367" y="67345"/>
                    <a:pt x="28196" y="63660"/>
                  </a:cubicBezTo>
                  <a:lnTo>
                    <a:pt x="28196" y="63660"/>
                  </a:lnTo>
                  <a:cubicBezTo>
                    <a:pt x="27394" y="63786"/>
                    <a:pt x="26617" y="63836"/>
                    <a:pt x="25815" y="63836"/>
                  </a:cubicBezTo>
                  <a:cubicBezTo>
                    <a:pt x="22306" y="63836"/>
                    <a:pt x="18823" y="62708"/>
                    <a:pt x="16166" y="60427"/>
                  </a:cubicBezTo>
                  <a:cubicBezTo>
                    <a:pt x="12056" y="56893"/>
                    <a:pt x="10176" y="51430"/>
                    <a:pt x="8923" y="46167"/>
                  </a:cubicBezTo>
                  <a:cubicBezTo>
                    <a:pt x="6492" y="35866"/>
                    <a:pt x="5715" y="25289"/>
                    <a:pt x="4562" y="14788"/>
                  </a:cubicBezTo>
                  <a:cubicBezTo>
                    <a:pt x="4011" y="9851"/>
                    <a:pt x="3359" y="4913"/>
                    <a:pt x="26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74"/>
            <p:cNvSpPr/>
            <p:nvPr/>
          </p:nvSpPr>
          <p:spPr>
            <a:xfrm flipH="1">
              <a:off x="7269788" y="2504987"/>
              <a:ext cx="87312" cy="256291"/>
            </a:xfrm>
            <a:custGeom>
              <a:avLst/>
              <a:gdLst/>
              <a:ahLst/>
              <a:cxnLst/>
              <a:rect l="l" t="t" r="r" b="b"/>
              <a:pathLst>
                <a:path w="5815" h="17069" extrusionOk="0">
                  <a:moveTo>
                    <a:pt x="2807" y="1"/>
                  </a:moveTo>
                  <a:lnTo>
                    <a:pt x="0" y="652"/>
                  </a:lnTo>
                  <a:cubicBezTo>
                    <a:pt x="702" y="3860"/>
                    <a:pt x="1379" y="6968"/>
                    <a:pt x="1930" y="9825"/>
                  </a:cubicBezTo>
                  <a:cubicBezTo>
                    <a:pt x="2356" y="11956"/>
                    <a:pt x="2782" y="14412"/>
                    <a:pt x="3208" y="17068"/>
                  </a:cubicBezTo>
                  <a:lnTo>
                    <a:pt x="5815" y="16467"/>
                  </a:lnTo>
                  <a:cubicBezTo>
                    <a:pt x="4912" y="10953"/>
                    <a:pt x="3910" y="5464"/>
                    <a:pt x="28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74"/>
            <p:cNvSpPr/>
            <p:nvPr/>
          </p:nvSpPr>
          <p:spPr>
            <a:xfrm flipH="1">
              <a:off x="7369135" y="1932579"/>
              <a:ext cx="128348" cy="342087"/>
            </a:xfrm>
            <a:custGeom>
              <a:avLst/>
              <a:gdLst/>
              <a:ahLst/>
              <a:cxnLst/>
              <a:rect l="l" t="t" r="r" b="b"/>
              <a:pathLst>
                <a:path w="8548" h="22783" extrusionOk="0">
                  <a:moveTo>
                    <a:pt x="2507" y="0"/>
                  </a:moveTo>
                  <a:lnTo>
                    <a:pt x="1" y="577"/>
                  </a:lnTo>
                  <a:cubicBezTo>
                    <a:pt x="1" y="577"/>
                    <a:pt x="2657" y="10702"/>
                    <a:pt x="5590" y="22782"/>
                  </a:cubicBezTo>
                  <a:lnTo>
                    <a:pt x="8547" y="22080"/>
                  </a:lnTo>
                  <a:cubicBezTo>
                    <a:pt x="6743" y="14687"/>
                    <a:pt x="4713" y="7318"/>
                    <a:pt x="25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74"/>
            <p:cNvSpPr/>
            <p:nvPr/>
          </p:nvSpPr>
          <p:spPr>
            <a:xfrm flipH="1">
              <a:off x="7335270" y="2358596"/>
              <a:ext cx="55706" cy="61727"/>
            </a:xfrm>
            <a:custGeom>
              <a:avLst/>
              <a:gdLst/>
              <a:ahLst/>
              <a:cxnLst/>
              <a:rect l="l" t="t" r="r" b="b"/>
              <a:pathLst>
                <a:path w="3710" h="4111" extrusionOk="0">
                  <a:moveTo>
                    <a:pt x="2958" y="0"/>
                  </a:moveTo>
                  <a:lnTo>
                    <a:pt x="1" y="677"/>
                  </a:lnTo>
                  <a:cubicBezTo>
                    <a:pt x="276" y="1830"/>
                    <a:pt x="552" y="2958"/>
                    <a:pt x="803" y="4111"/>
                  </a:cubicBezTo>
                  <a:lnTo>
                    <a:pt x="3710" y="3434"/>
                  </a:lnTo>
                  <a:cubicBezTo>
                    <a:pt x="3459" y="2281"/>
                    <a:pt x="3209" y="1153"/>
                    <a:pt x="29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74"/>
            <p:cNvSpPr/>
            <p:nvPr/>
          </p:nvSpPr>
          <p:spPr>
            <a:xfrm flipH="1">
              <a:off x="7346563" y="2264131"/>
              <a:ext cx="66997" cy="104625"/>
            </a:xfrm>
            <a:custGeom>
              <a:avLst/>
              <a:gdLst/>
              <a:ahLst/>
              <a:cxnLst/>
              <a:rect l="l" t="t" r="r" b="b"/>
              <a:pathLst>
                <a:path w="4462" h="6968" extrusionOk="0">
                  <a:moveTo>
                    <a:pt x="2958" y="0"/>
                  </a:moveTo>
                  <a:lnTo>
                    <a:pt x="1" y="702"/>
                  </a:lnTo>
                  <a:cubicBezTo>
                    <a:pt x="502" y="2757"/>
                    <a:pt x="1003" y="4863"/>
                    <a:pt x="1505" y="6968"/>
                  </a:cubicBezTo>
                  <a:lnTo>
                    <a:pt x="4462" y="6291"/>
                  </a:lnTo>
                  <a:cubicBezTo>
                    <a:pt x="3961" y="4186"/>
                    <a:pt x="3484" y="2106"/>
                    <a:pt x="29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74"/>
            <p:cNvSpPr/>
            <p:nvPr/>
          </p:nvSpPr>
          <p:spPr>
            <a:xfrm flipH="1">
              <a:off x="7349197" y="1812526"/>
              <a:ext cx="186291" cy="118919"/>
            </a:xfrm>
            <a:custGeom>
              <a:avLst/>
              <a:gdLst/>
              <a:ahLst/>
              <a:cxnLst/>
              <a:rect l="l" t="t" r="r" b="b"/>
              <a:pathLst>
                <a:path w="12407" h="7920" extrusionOk="0">
                  <a:moveTo>
                    <a:pt x="11178" y="0"/>
                  </a:moveTo>
                  <a:lnTo>
                    <a:pt x="0" y="2607"/>
                  </a:lnTo>
                  <a:lnTo>
                    <a:pt x="1228" y="7920"/>
                  </a:lnTo>
                  <a:lnTo>
                    <a:pt x="12406" y="5338"/>
                  </a:lnTo>
                  <a:lnTo>
                    <a:pt x="111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74"/>
            <p:cNvSpPr/>
            <p:nvPr/>
          </p:nvSpPr>
          <p:spPr>
            <a:xfrm flipH="1">
              <a:off x="7307802" y="1877590"/>
              <a:ext cx="242748" cy="101456"/>
            </a:xfrm>
            <a:custGeom>
              <a:avLst/>
              <a:gdLst/>
              <a:ahLst/>
              <a:cxnLst/>
              <a:rect l="l" t="t" r="r" b="b"/>
              <a:pathLst>
                <a:path w="16167" h="6757" extrusionOk="0">
                  <a:moveTo>
                    <a:pt x="13939" y="1"/>
                  </a:moveTo>
                  <a:cubicBezTo>
                    <a:pt x="13789" y="1"/>
                    <a:pt x="13636" y="18"/>
                    <a:pt x="13485" y="53"/>
                  </a:cubicBezTo>
                  <a:lnTo>
                    <a:pt x="1780" y="2785"/>
                  </a:lnTo>
                  <a:cubicBezTo>
                    <a:pt x="678" y="3036"/>
                    <a:pt x="1" y="4113"/>
                    <a:pt x="252" y="5191"/>
                  </a:cubicBezTo>
                  <a:cubicBezTo>
                    <a:pt x="464" y="6127"/>
                    <a:pt x="1291" y="6756"/>
                    <a:pt x="2196" y="6756"/>
                  </a:cubicBezTo>
                  <a:cubicBezTo>
                    <a:pt x="2356" y="6756"/>
                    <a:pt x="2520" y="6736"/>
                    <a:pt x="2683" y="6695"/>
                  </a:cubicBezTo>
                  <a:lnTo>
                    <a:pt x="14387" y="3988"/>
                  </a:lnTo>
                  <a:cubicBezTo>
                    <a:pt x="15490" y="3737"/>
                    <a:pt x="16166" y="2660"/>
                    <a:pt x="15916" y="1557"/>
                  </a:cubicBezTo>
                  <a:cubicBezTo>
                    <a:pt x="15700" y="631"/>
                    <a:pt x="14856" y="1"/>
                    <a:pt x="139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74"/>
            <p:cNvSpPr/>
            <p:nvPr/>
          </p:nvSpPr>
          <p:spPr>
            <a:xfrm flipH="1">
              <a:off x="6927706" y="2776700"/>
              <a:ext cx="267192" cy="792552"/>
            </a:xfrm>
            <a:custGeom>
              <a:avLst/>
              <a:gdLst/>
              <a:ahLst/>
              <a:cxnLst/>
              <a:rect l="l" t="t" r="r" b="b"/>
              <a:pathLst>
                <a:path w="17795" h="52784" extrusionOk="0">
                  <a:moveTo>
                    <a:pt x="0" y="1"/>
                  </a:moveTo>
                  <a:lnTo>
                    <a:pt x="0" y="1"/>
                  </a:lnTo>
                  <a:cubicBezTo>
                    <a:pt x="1228" y="4462"/>
                    <a:pt x="2582" y="8923"/>
                    <a:pt x="3985" y="13334"/>
                  </a:cubicBezTo>
                  <a:cubicBezTo>
                    <a:pt x="4662" y="15565"/>
                    <a:pt x="5389" y="17770"/>
                    <a:pt x="6116" y="19976"/>
                  </a:cubicBezTo>
                  <a:lnTo>
                    <a:pt x="8296" y="26593"/>
                  </a:lnTo>
                  <a:lnTo>
                    <a:pt x="10552" y="33184"/>
                  </a:lnTo>
                  <a:cubicBezTo>
                    <a:pt x="11329" y="35365"/>
                    <a:pt x="12081" y="37570"/>
                    <a:pt x="12883" y="39751"/>
                  </a:cubicBezTo>
                  <a:cubicBezTo>
                    <a:pt x="14461" y="44111"/>
                    <a:pt x="16065" y="48472"/>
                    <a:pt x="17795" y="52783"/>
                  </a:cubicBezTo>
                  <a:cubicBezTo>
                    <a:pt x="16567" y="48297"/>
                    <a:pt x="15213" y="43861"/>
                    <a:pt x="13810" y="39425"/>
                  </a:cubicBezTo>
                  <a:cubicBezTo>
                    <a:pt x="13133" y="37219"/>
                    <a:pt x="12406" y="35014"/>
                    <a:pt x="11679" y="32783"/>
                  </a:cubicBezTo>
                  <a:lnTo>
                    <a:pt x="9499" y="26192"/>
                  </a:lnTo>
                  <a:lnTo>
                    <a:pt x="7218" y="19600"/>
                  </a:lnTo>
                  <a:cubicBezTo>
                    <a:pt x="6466" y="17420"/>
                    <a:pt x="5689" y="15214"/>
                    <a:pt x="4913" y="13034"/>
                  </a:cubicBezTo>
                  <a:cubicBezTo>
                    <a:pt x="3334" y="8673"/>
                    <a:pt x="1730" y="4312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74"/>
            <p:cNvSpPr/>
            <p:nvPr/>
          </p:nvSpPr>
          <p:spPr>
            <a:xfrm flipH="1">
              <a:off x="7214079" y="2365744"/>
              <a:ext cx="85075" cy="337192"/>
            </a:xfrm>
            <a:custGeom>
              <a:avLst/>
              <a:gdLst/>
              <a:ahLst/>
              <a:cxnLst/>
              <a:rect l="l" t="t" r="r" b="b"/>
              <a:pathLst>
                <a:path w="5666" h="22457" extrusionOk="0">
                  <a:moveTo>
                    <a:pt x="1" y="0"/>
                  </a:moveTo>
                  <a:lnTo>
                    <a:pt x="1" y="0"/>
                  </a:lnTo>
                  <a:cubicBezTo>
                    <a:pt x="151" y="1930"/>
                    <a:pt x="427" y="3860"/>
                    <a:pt x="778" y="5765"/>
                  </a:cubicBezTo>
                  <a:cubicBezTo>
                    <a:pt x="953" y="6717"/>
                    <a:pt x="1154" y="7645"/>
                    <a:pt x="1354" y="8597"/>
                  </a:cubicBezTo>
                  <a:cubicBezTo>
                    <a:pt x="1555" y="9549"/>
                    <a:pt x="1780" y="10477"/>
                    <a:pt x="2006" y="11429"/>
                  </a:cubicBezTo>
                  <a:cubicBezTo>
                    <a:pt x="2256" y="12356"/>
                    <a:pt x="2507" y="13309"/>
                    <a:pt x="2758" y="14236"/>
                  </a:cubicBezTo>
                  <a:cubicBezTo>
                    <a:pt x="3033" y="15163"/>
                    <a:pt x="3309" y="16091"/>
                    <a:pt x="3610" y="16993"/>
                  </a:cubicBezTo>
                  <a:cubicBezTo>
                    <a:pt x="4211" y="18848"/>
                    <a:pt x="4863" y="20677"/>
                    <a:pt x="5665" y="22457"/>
                  </a:cubicBezTo>
                  <a:cubicBezTo>
                    <a:pt x="5364" y="20527"/>
                    <a:pt x="4963" y="18622"/>
                    <a:pt x="4562" y="16742"/>
                  </a:cubicBezTo>
                  <a:cubicBezTo>
                    <a:pt x="4362" y="15815"/>
                    <a:pt x="4111" y="14863"/>
                    <a:pt x="3911" y="13935"/>
                  </a:cubicBezTo>
                  <a:lnTo>
                    <a:pt x="3234" y="11128"/>
                  </a:lnTo>
                  <a:lnTo>
                    <a:pt x="2507" y="8321"/>
                  </a:lnTo>
                  <a:cubicBezTo>
                    <a:pt x="2231" y="7394"/>
                    <a:pt x="2006" y="6467"/>
                    <a:pt x="1730" y="5539"/>
                  </a:cubicBezTo>
                  <a:cubicBezTo>
                    <a:pt x="1204" y="3685"/>
                    <a:pt x="652" y="183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74"/>
            <p:cNvSpPr/>
            <p:nvPr/>
          </p:nvSpPr>
          <p:spPr>
            <a:xfrm flipH="1">
              <a:off x="5352413" y="2074825"/>
              <a:ext cx="1422116" cy="50075"/>
            </a:xfrm>
            <a:custGeom>
              <a:avLst/>
              <a:gdLst/>
              <a:ahLst/>
              <a:cxnLst/>
              <a:rect l="l" t="t" r="r" b="b"/>
              <a:pathLst>
                <a:path w="94713" h="3335" extrusionOk="0">
                  <a:moveTo>
                    <a:pt x="31354" y="1"/>
                  </a:moveTo>
                  <a:cubicBezTo>
                    <a:pt x="28873" y="1"/>
                    <a:pt x="26467" y="1028"/>
                    <a:pt x="24086" y="1329"/>
                  </a:cubicBezTo>
                  <a:cubicBezTo>
                    <a:pt x="23409" y="1404"/>
                    <a:pt x="22682" y="1429"/>
                    <a:pt x="21955" y="1429"/>
                  </a:cubicBezTo>
                  <a:cubicBezTo>
                    <a:pt x="17544" y="1429"/>
                    <a:pt x="12056" y="201"/>
                    <a:pt x="7244" y="201"/>
                  </a:cubicBezTo>
                  <a:cubicBezTo>
                    <a:pt x="4562" y="201"/>
                    <a:pt x="2081" y="577"/>
                    <a:pt x="126" y="1805"/>
                  </a:cubicBezTo>
                  <a:cubicBezTo>
                    <a:pt x="25" y="1856"/>
                    <a:pt x="0" y="1981"/>
                    <a:pt x="50" y="2081"/>
                  </a:cubicBezTo>
                  <a:cubicBezTo>
                    <a:pt x="101" y="2148"/>
                    <a:pt x="173" y="2181"/>
                    <a:pt x="245" y="2181"/>
                  </a:cubicBezTo>
                  <a:cubicBezTo>
                    <a:pt x="282" y="2181"/>
                    <a:pt x="318" y="2173"/>
                    <a:pt x="351" y="2156"/>
                  </a:cubicBezTo>
                  <a:cubicBezTo>
                    <a:pt x="2206" y="1003"/>
                    <a:pt x="4612" y="627"/>
                    <a:pt x="7244" y="627"/>
                  </a:cubicBezTo>
                  <a:cubicBezTo>
                    <a:pt x="11980" y="627"/>
                    <a:pt x="17494" y="1856"/>
                    <a:pt x="21955" y="1856"/>
                  </a:cubicBezTo>
                  <a:cubicBezTo>
                    <a:pt x="22707" y="1856"/>
                    <a:pt x="23434" y="1805"/>
                    <a:pt x="24136" y="1730"/>
                  </a:cubicBezTo>
                  <a:cubicBezTo>
                    <a:pt x="26562" y="1433"/>
                    <a:pt x="28916" y="426"/>
                    <a:pt x="31268" y="426"/>
                  </a:cubicBezTo>
                  <a:cubicBezTo>
                    <a:pt x="31297" y="426"/>
                    <a:pt x="31325" y="427"/>
                    <a:pt x="31354" y="427"/>
                  </a:cubicBezTo>
                  <a:cubicBezTo>
                    <a:pt x="31705" y="427"/>
                    <a:pt x="32081" y="452"/>
                    <a:pt x="32432" y="502"/>
                  </a:cubicBezTo>
                  <a:cubicBezTo>
                    <a:pt x="34261" y="753"/>
                    <a:pt x="35940" y="1780"/>
                    <a:pt x="37795" y="2432"/>
                  </a:cubicBezTo>
                  <a:cubicBezTo>
                    <a:pt x="40051" y="3209"/>
                    <a:pt x="42432" y="3334"/>
                    <a:pt x="44788" y="3334"/>
                  </a:cubicBezTo>
                  <a:cubicBezTo>
                    <a:pt x="45364" y="3334"/>
                    <a:pt x="45940" y="3309"/>
                    <a:pt x="46517" y="3309"/>
                  </a:cubicBezTo>
                  <a:cubicBezTo>
                    <a:pt x="62507" y="3084"/>
                    <a:pt x="78497" y="2858"/>
                    <a:pt x="94487" y="2632"/>
                  </a:cubicBezTo>
                  <a:cubicBezTo>
                    <a:pt x="94612" y="2632"/>
                    <a:pt x="94713" y="2532"/>
                    <a:pt x="94713" y="2432"/>
                  </a:cubicBezTo>
                  <a:cubicBezTo>
                    <a:pt x="94713" y="2307"/>
                    <a:pt x="94612" y="2206"/>
                    <a:pt x="94487" y="2206"/>
                  </a:cubicBezTo>
                  <a:cubicBezTo>
                    <a:pt x="78497" y="2432"/>
                    <a:pt x="62507" y="2658"/>
                    <a:pt x="46492" y="2883"/>
                  </a:cubicBezTo>
                  <a:cubicBezTo>
                    <a:pt x="45940" y="2908"/>
                    <a:pt x="45364" y="2908"/>
                    <a:pt x="44788" y="2908"/>
                  </a:cubicBezTo>
                  <a:cubicBezTo>
                    <a:pt x="42432" y="2908"/>
                    <a:pt x="40101" y="2783"/>
                    <a:pt x="37920" y="2031"/>
                  </a:cubicBezTo>
                  <a:cubicBezTo>
                    <a:pt x="36141" y="1429"/>
                    <a:pt x="34437" y="377"/>
                    <a:pt x="32507" y="76"/>
                  </a:cubicBezTo>
                  <a:cubicBezTo>
                    <a:pt x="32106" y="26"/>
                    <a:pt x="31730" y="1"/>
                    <a:pt x="313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74"/>
            <p:cNvSpPr/>
            <p:nvPr/>
          </p:nvSpPr>
          <p:spPr>
            <a:xfrm flipH="1">
              <a:off x="5362955" y="2190748"/>
              <a:ext cx="1425119" cy="46667"/>
            </a:xfrm>
            <a:custGeom>
              <a:avLst/>
              <a:gdLst/>
              <a:ahLst/>
              <a:cxnLst/>
              <a:rect l="l" t="t" r="r" b="b"/>
              <a:pathLst>
                <a:path w="94913" h="3108" extrusionOk="0">
                  <a:moveTo>
                    <a:pt x="13559" y="0"/>
                  </a:moveTo>
                  <a:cubicBezTo>
                    <a:pt x="9073" y="0"/>
                    <a:pt x="4562" y="577"/>
                    <a:pt x="201" y="1679"/>
                  </a:cubicBezTo>
                  <a:cubicBezTo>
                    <a:pt x="75" y="1730"/>
                    <a:pt x="0" y="1830"/>
                    <a:pt x="50" y="1955"/>
                  </a:cubicBezTo>
                  <a:cubicBezTo>
                    <a:pt x="72" y="2042"/>
                    <a:pt x="150" y="2110"/>
                    <a:pt x="253" y="2110"/>
                  </a:cubicBezTo>
                  <a:cubicBezTo>
                    <a:pt x="268" y="2110"/>
                    <a:pt x="284" y="2109"/>
                    <a:pt x="301" y="2105"/>
                  </a:cubicBezTo>
                  <a:cubicBezTo>
                    <a:pt x="4637" y="978"/>
                    <a:pt x="9098" y="426"/>
                    <a:pt x="13559" y="426"/>
                  </a:cubicBezTo>
                  <a:cubicBezTo>
                    <a:pt x="16441" y="426"/>
                    <a:pt x="19324" y="652"/>
                    <a:pt x="22181" y="1128"/>
                  </a:cubicBezTo>
                  <a:cubicBezTo>
                    <a:pt x="25815" y="1730"/>
                    <a:pt x="29474" y="2707"/>
                    <a:pt x="33183" y="2707"/>
                  </a:cubicBezTo>
                  <a:cubicBezTo>
                    <a:pt x="33509" y="2707"/>
                    <a:pt x="33860" y="2707"/>
                    <a:pt x="34211" y="2682"/>
                  </a:cubicBezTo>
                  <a:cubicBezTo>
                    <a:pt x="36943" y="2532"/>
                    <a:pt x="39624" y="1805"/>
                    <a:pt x="42306" y="1805"/>
                  </a:cubicBezTo>
                  <a:lnTo>
                    <a:pt x="42406" y="1805"/>
                  </a:lnTo>
                  <a:cubicBezTo>
                    <a:pt x="45840" y="1830"/>
                    <a:pt x="49274" y="3083"/>
                    <a:pt x="52782" y="3083"/>
                  </a:cubicBezTo>
                  <a:cubicBezTo>
                    <a:pt x="53183" y="3083"/>
                    <a:pt x="53609" y="3058"/>
                    <a:pt x="54035" y="3033"/>
                  </a:cubicBezTo>
                  <a:cubicBezTo>
                    <a:pt x="56692" y="2757"/>
                    <a:pt x="59173" y="1654"/>
                    <a:pt x="61755" y="1629"/>
                  </a:cubicBezTo>
                  <a:lnTo>
                    <a:pt x="61830" y="1629"/>
                  </a:lnTo>
                  <a:cubicBezTo>
                    <a:pt x="63910" y="1629"/>
                    <a:pt x="65965" y="2331"/>
                    <a:pt x="68096" y="2732"/>
                  </a:cubicBezTo>
                  <a:cubicBezTo>
                    <a:pt x="69625" y="3008"/>
                    <a:pt x="71379" y="3108"/>
                    <a:pt x="73284" y="3108"/>
                  </a:cubicBezTo>
                  <a:cubicBezTo>
                    <a:pt x="78798" y="3108"/>
                    <a:pt x="85464" y="2231"/>
                    <a:pt x="90752" y="2231"/>
                  </a:cubicBezTo>
                  <a:cubicBezTo>
                    <a:pt x="92181" y="2231"/>
                    <a:pt x="93509" y="2306"/>
                    <a:pt x="94662" y="2456"/>
                  </a:cubicBezTo>
                  <a:cubicBezTo>
                    <a:pt x="94676" y="2459"/>
                    <a:pt x="94688" y="2460"/>
                    <a:pt x="94701" y="2460"/>
                  </a:cubicBezTo>
                  <a:cubicBezTo>
                    <a:pt x="94808" y="2460"/>
                    <a:pt x="94890" y="2371"/>
                    <a:pt x="94913" y="2281"/>
                  </a:cubicBezTo>
                  <a:cubicBezTo>
                    <a:pt x="94913" y="2156"/>
                    <a:pt x="94838" y="2055"/>
                    <a:pt x="94737" y="2055"/>
                  </a:cubicBezTo>
                  <a:cubicBezTo>
                    <a:pt x="93534" y="1880"/>
                    <a:pt x="92181" y="1830"/>
                    <a:pt x="90752" y="1830"/>
                  </a:cubicBezTo>
                  <a:cubicBezTo>
                    <a:pt x="85414" y="1830"/>
                    <a:pt x="78772" y="2682"/>
                    <a:pt x="73284" y="2682"/>
                  </a:cubicBezTo>
                  <a:cubicBezTo>
                    <a:pt x="71404" y="2682"/>
                    <a:pt x="69650" y="2582"/>
                    <a:pt x="68171" y="2306"/>
                  </a:cubicBezTo>
                  <a:cubicBezTo>
                    <a:pt x="66091" y="1930"/>
                    <a:pt x="64010" y="1203"/>
                    <a:pt x="61830" y="1203"/>
                  </a:cubicBezTo>
                  <a:lnTo>
                    <a:pt x="61730" y="1203"/>
                  </a:lnTo>
                  <a:cubicBezTo>
                    <a:pt x="59048" y="1228"/>
                    <a:pt x="56567" y="2356"/>
                    <a:pt x="53985" y="2607"/>
                  </a:cubicBezTo>
                  <a:cubicBezTo>
                    <a:pt x="53584" y="2657"/>
                    <a:pt x="53183" y="2657"/>
                    <a:pt x="52782" y="2657"/>
                  </a:cubicBezTo>
                  <a:cubicBezTo>
                    <a:pt x="52749" y="2657"/>
                    <a:pt x="52716" y="2657"/>
                    <a:pt x="52683" y="2657"/>
                  </a:cubicBezTo>
                  <a:cubicBezTo>
                    <a:pt x="49307" y="2657"/>
                    <a:pt x="45906" y="1403"/>
                    <a:pt x="42406" y="1379"/>
                  </a:cubicBezTo>
                  <a:lnTo>
                    <a:pt x="42306" y="1379"/>
                  </a:lnTo>
                  <a:cubicBezTo>
                    <a:pt x="39549" y="1379"/>
                    <a:pt x="36867" y="2131"/>
                    <a:pt x="34186" y="2256"/>
                  </a:cubicBezTo>
                  <a:cubicBezTo>
                    <a:pt x="33835" y="2281"/>
                    <a:pt x="33509" y="2281"/>
                    <a:pt x="33183" y="2281"/>
                  </a:cubicBezTo>
                  <a:cubicBezTo>
                    <a:pt x="29524" y="2281"/>
                    <a:pt x="25915" y="1303"/>
                    <a:pt x="22256" y="702"/>
                  </a:cubicBezTo>
                  <a:cubicBezTo>
                    <a:pt x="19374" y="226"/>
                    <a:pt x="16466" y="0"/>
                    <a:pt x="13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74"/>
            <p:cNvSpPr/>
            <p:nvPr/>
          </p:nvSpPr>
          <p:spPr>
            <a:xfrm flipH="1">
              <a:off x="5333226" y="2313804"/>
              <a:ext cx="1479308" cy="56847"/>
            </a:xfrm>
            <a:custGeom>
              <a:avLst/>
              <a:gdLst/>
              <a:ahLst/>
              <a:cxnLst/>
              <a:rect l="l" t="t" r="r" b="b"/>
              <a:pathLst>
                <a:path w="98522" h="3786" extrusionOk="0">
                  <a:moveTo>
                    <a:pt x="27419" y="1"/>
                  </a:moveTo>
                  <a:cubicBezTo>
                    <a:pt x="25890" y="1"/>
                    <a:pt x="24361" y="126"/>
                    <a:pt x="22832" y="402"/>
                  </a:cubicBezTo>
                  <a:cubicBezTo>
                    <a:pt x="19524" y="1003"/>
                    <a:pt x="16241" y="2332"/>
                    <a:pt x="13058" y="2332"/>
                  </a:cubicBezTo>
                  <a:cubicBezTo>
                    <a:pt x="12256" y="2332"/>
                    <a:pt x="11454" y="2256"/>
                    <a:pt x="10677" y="2056"/>
                  </a:cubicBezTo>
                  <a:cubicBezTo>
                    <a:pt x="9223" y="1680"/>
                    <a:pt x="7820" y="928"/>
                    <a:pt x="6266" y="627"/>
                  </a:cubicBezTo>
                  <a:cubicBezTo>
                    <a:pt x="5815" y="527"/>
                    <a:pt x="5338" y="477"/>
                    <a:pt x="4862" y="477"/>
                  </a:cubicBezTo>
                  <a:cubicBezTo>
                    <a:pt x="3158" y="477"/>
                    <a:pt x="1454" y="1053"/>
                    <a:pt x="100" y="2131"/>
                  </a:cubicBezTo>
                  <a:cubicBezTo>
                    <a:pt x="25" y="2181"/>
                    <a:pt x="0" y="2332"/>
                    <a:pt x="75" y="2407"/>
                  </a:cubicBezTo>
                  <a:cubicBezTo>
                    <a:pt x="119" y="2465"/>
                    <a:pt x="181" y="2490"/>
                    <a:pt x="244" y="2490"/>
                  </a:cubicBezTo>
                  <a:cubicBezTo>
                    <a:pt x="289" y="2490"/>
                    <a:pt x="334" y="2478"/>
                    <a:pt x="376" y="2457"/>
                  </a:cubicBezTo>
                  <a:cubicBezTo>
                    <a:pt x="1629" y="1454"/>
                    <a:pt x="3258" y="903"/>
                    <a:pt x="4862" y="903"/>
                  </a:cubicBezTo>
                  <a:cubicBezTo>
                    <a:pt x="5313" y="903"/>
                    <a:pt x="5764" y="953"/>
                    <a:pt x="6191" y="1028"/>
                  </a:cubicBezTo>
                  <a:cubicBezTo>
                    <a:pt x="7669" y="1329"/>
                    <a:pt x="9048" y="2081"/>
                    <a:pt x="10577" y="2457"/>
                  </a:cubicBezTo>
                  <a:cubicBezTo>
                    <a:pt x="11404" y="2657"/>
                    <a:pt x="12231" y="2758"/>
                    <a:pt x="13058" y="2758"/>
                  </a:cubicBezTo>
                  <a:cubicBezTo>
                    <a:pt x="16366" y="2733"/>
                    <a:pt x="19649" y="1379"/>
                    <a:pt x="22907" y="803"/>
                  </a:cubicBezTo>
                  <a:cubicBezTo>
                    <a:pt x="24411" y="527"/>
                    <a:pt x="25915" y="427"/>
                    <a:pt x="27419" y="427"/>
                  </a:cubicBezTo>
                  <a:cubicBezTo>
                    <a:pt x="31103" y="427"/>
                    <a:pt x="34837" y="1078"/>
                    <a:pt x="38547" y="1630"/>
                  </a:cubicBezTo>
                  <a:cubicBezTo>
                    <a:pt x="48221" y="3033"/>
                    <a:pt x="60677" y="3785"/>
                    <a:pt x="72782" y="3785"/>
                  </a:cubicBezTo>
                  <a:cubicBezTo>
                    <a:pt x="81980" y="3785"/>
                    <a:pt x="90953" y="3359"/>
                    <a:pt x="98321" y="2457"/>
                  </a:cubicBezTo>
                  <a:cubicBezTo>
                    <a:pt x="98447" y="2432"/>
                    <a:pt x="98522" y="2332"/>
                    <a:pt x="98522" y="2231"/>
                  </a:cubicBezTo>
                  <a:cubicBezTo>
                    <a:pt x="98497" y="2106"/>
                    <a:pt x="98397" y="2031"/>
                    <a:pt x="98271" y="2031"/>
                  </a:cubicBezTo>
                  <a:cubicBezTo>
                    <a:pt x="90928" y="2933"/>
                    <a:pt x="81955" y="3359"/>
                    <a:pt x="72782" y="3359"/>
                  </a:cubicBezTo>
                  <a:cubicBezTo>
                    <a:pt x="60702" y="3359"/>
                    <a:pt x="48246" y="2632"/>
                    <a:pt x="38597" y="1204"/>
                  </a:cubicBezTo>
                  <a:cubicBezTo>
                    <a:pt x="34913" y="652"/>
                    <a:pt x="31153" y="1"/>
                    <a:pt x="274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74"/>
            <p:cNvSpPr/>
            <p:nvPr/>
          </p:nvSpPr>
          <p:spPr>
            <a:xfrm flipH="1">
              <a:off x="5321560" y="2445148"/>
              <a:ext cx="1498137" cy="49685"/>
            </a:xfrm>
            <a:custGeom>
              <a:avLst/>
              <a:gdLst/>
              <a:ahLst/>
              <a:cxnLst/>
              <a:rect l="l" t="t" r="r" b="b"/>
              <a:pathLst>
                <a:path w="99776" h="3309" extrusionOk="0">
                  <a:moveTo>
                    <a:pt x="11830" y="1"/>
                  </a:moveTo>
                  <a:cubicBezTo>
                    <a:pt x="7845" y="1"/>
                    <a:pt x="3835" y="828"/>
                    <a:pt x="151" y="2407"/>
                  </a:cubicBezTo>
                  <a:cubicBezTo>
                    <a:pt x="51" y="2457"/>
                    <a:pt x="1" y="2582"/>
                    <a:pt x="51" y="2682"/>
                  </a:cubicBezTo>
                  <a:cubicBezTo>
                    <a:pt x="88" y="2756"/>
                    <a:pt x="151" y="2802"/>
                    <a:pt x="232" y="2802"/>
                  </a:cubicBezTo>
                  <a:cubicBezTo>
                    <a:pt x="261" y="2802"/>
                    <a:pt x="293" y="2796"/>
                    <a:pt x="327" y="2783"/>
                  </a:cubicBezTo>
                  <a:cubicBezTo>
                    <a:pt x="3936" y="1229"/>
                    <a:pt x="7896" y="427"/>
                    <a:pt x="11830" y="427"/>
                  </a:cubicBezTo>
                  <a:cubicBezTo>
                    <a:pt x="12557" y="427"/>
                    <a:pt x="13284" y="452"/>
                    <a:pt x="13986" y="502"/>
                  </a:cubicBezTo>
                  <a:cubicBezTo>
                    <a:pt x="19049" y="878"/>
                    <a:pt x="24036" y="2582"/>
                    <a:pt x="29174" y="2607"/>
                  </a:cubicBezTo>
                  <a:cubicBezTo>
                    <a:pt x="29525" y="2607"/>
                    <a:pt x="29876" y="2582"/>
                    <a:pt x="30227" y="2582"/>
                  </a:cubicBezTo>
                  <a:cubicBezTo>
                    <a:pt x="33836" y="2407"/>
                    <a:pt x="37294" y="1279"/>
                    <a:pt x="40828" y="878"/>
                  </a:cubicBezTo>
                  <a:cubicBezTo>
                    <a:pt x="41981" y="753"/>
                    <a:pt x="43134" y="702"/>
                    <a:pt x="44312" y="702"/>
                  </a:cubicBezTo>
                  <a:cubicBezTo>
                    <a:pt x="47244" y="702"/>
                    <a:pt x="50202" y="1053"/>
                    <a:pt x="53134" y="1404"/>
                  </a:cubicBezTo>
                  <a:cubicBezTo>
                    <a:pt x="57996" y="1981"/>
                    <a:pt x="62858" y="2557"/>
                    <a:pt x="67721" y="3134"/>
                  </a:cubicBezTo>
                  <a:cubicBezTo>
                    <a:pt x="68873" y="3259"/>
                    <a:pt x="70753" y="3309"/>
                    <a:pt x="73009" y="3309"/>
                  </a:cubicBezTo>
                  <a:cubicBezTo>
                    <a:pt x="82658" y="3309"/>
                    <a:pt x="99575" y="2331"/>
                    <a:pt x="99575" y="2331"/>
                  </a:cubicBezTo>
                  <a:cubicBezTo>
                    <a:pt x="99701" y="2331"/>
                    <a:pt x="99776" y="2231"/>
                    <a:pt x="99776" y="2106"/>
                  </a:cubicBezTo>
                  <a:cubicBezTo>
                    <a:pt x="99776" y="2006"/>
                    <a:pt x="99676" y="1905"/>
                    <a:pt x="99550" y="1905"/>
                  </a:cubicBezTo>
                  <a:cubicBezTo>
                    <a:pt x="99550" y="1905"/>
                    <a:pt x="99300" y="1930"/>
                    <a:pt x="98823" y="1956"/>
                  </a:cubicBezTo>
                  <a:cubicBezTo>
                    <a:pt x="95440" y="2156"/>
                    <a:pt x="81430" y="2908"/>
                    <a:pt x="73009" y="2908"/>
                  </a:cubicBezTo>
                  <a:cubicBezTo>
                    <a:pt x="70753" y="2908"/>
                    <a:pt x="68898" y="2833"/>
                    <a:pt x="67771" y="2707"/>
                  </a:cubicBezTo>
                  <a:cubicBezTo>
                    <a:pt x="62908" y="2131"/>
                    <a:pt x="58046" y="1555"/>
                    <a:pt x="53184" y="978"/>
                  </a:cubicBezTo>
                  <a:cubicBezTo>
                    <a:pt x="50252" y="627"/>
                    <a:pt x="47269" y="276"/>
                    <a:pt x="44312" y="276"/>
                  </a:cubicBezTo>
                  <a:cubicBezTo>
                    <a:pt x="43134" y="276"/>
                    <a:pt x="41956" y="326"/>
                    <a:pt x="40778" y="477"/>
                  </a:cubicBezTo>
                  <a:cubicBezTo>
                    <a:pt x="37194" y="878"/>
                    <a:pt x="33735" y="1981"/>
                    <a:pt x="30202" y="2156"/>
                  </a:cubicBezTo>
                  <a:cubicBezTo>
                    <a:pt x="29851" y="2181"/>
                    <a:pt x="29525" y="2181"/>
                    <a:pt x="29174" y="2181"/>
                  </a:cubicBezTo>
                  <a:cubicBezTo>
                    <a:pt x="24136" y="2181"/>
                    <a:pt x="19149" y="477"/>
                    <a:pt x="14036" y="76"/>
                  </a:cubicBezTo>
                  <a:cubicBezTo>
                    <a:pt x="13309" y="26"/>
                    <a:pt x="12557" y="1"/>
                    <a:pt x="118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74"/>
            <p:cNvSpPr/>
            <p:nvPr/>
          </p:nvSpPr>
          <p:spPr>
            <a:xfrm flipH="1">
              <a:off x="5346021" y="2594181"/>
              <a:ext cx="1498512" cy="40661"/>
            </a:xfrm>
            <a:custGeom>
              <a:avLst/>
              <a:gdLst/>
              <a:ahLst/>
              <a:cxnLst/>
              <a:rect l="l" t="t" r="r" b="b"/>
              <a:pathLst>
                <a:path w="99801" h="2708" extrusionOk="0">
                  <a:moveTo>
                    <a:pt x="16442" y="1"/>
                  </a:moveTo>
                  <a:cubicBezTo>
                    <a:pt x="11028" y="1"/>
                    <a:pt x="5590" y="527"/>
                    <a:pt x="201" y="1053"/>
                  </a:cubicBezTo>
                  <a:cubicBezTo>
                    <a:pt x="76" y="1078"/>
                    <a:pt x="1" y="1178"/>
                    <a:pt x="1" y="1304"/>
                  </a:cubicBezTo>
                  <a:cubicBezTo>
                    <a:pt x="23" y="1393"/>
                    <a:pt x="106" y="1483"/>
                    <a:pt x="195" y="1483"/>
                  </a:cubicBezTo>
                  <a:cubicBezTo>
                    <a:pt x="205" y="1483"/>
                    <a:pt x="216" y="1482"/>
                    <a:pt x="226" y="1479"/>
                  </a:cubicBezTo>
                  <a:cubicBezTo>
                    <a:pt x="5615" y="953"/>
                    <a:pt x="11053" y="427"/>
                    <a:pt x="16442" y="427"/>
                  </a:cubicBezTo>
                  <a:cubicBezTo>
                    <a:pt x="19675" y="427"/>
                    <a:pt x="22908" y="602"/>
                    <a:pt x="26116" y="1103"/>
                  </a:cubicBezTo>
                  <a:cubicBezTo>
                    <a:pt x="29023" y="1554"/>
                    <a:pt x="31906" y="2256"/>
                    <a:pt x="34863" y="2457"/>
                  </a:cubicBezTo>
                  <a:cubicBezTo>
                    <a:pt x="35590" y="2532"/>
                    <a:pt x="36292" y="2532"/>
                    <a:pt x="37018" y="2532"/>
                  </a:cubicBezTo>
                  <a:cubicBezTo>
                    <a:pt x="40201" y="2532"/>
                    <a:pt x="43384" y="2106"/>
                    <a:pt x="46567" y="1880"/>
                  </a:cubicBezTo>
                  <a:cubicBezTo>
                    <a:pt x="49149" y="1680"/>
                    <a:pt x="51755" y="1630"/>
                    <a:pt x="54362" y="1630"/>
                  </a:cubicBezTo>
                  <a:cubicBezTo>
                    <a:pt x="56317" y="1630"/>
                    <a:pt x="58297" y="1655"/>
                    <a:pt x="60252" y="1680"/>
                  </a:cubicBezTo>
                  <a:cubicBezTo>
                    <a:pt x="67921" y="1805"/>
                    <a:pt x="91906" y="2582"/>
                    <a:pt x="99575" y="2707"/>
                  </a:cubicBezTo>
                  <a:cubicBezTo>
                    <a:pt x="99700" y="2707"/>
                    <a:pt x="99801" y="2632"/>
                    <a:pt x="99801" y="2507"/>
                  </a:cubicBezTo>
                  <a:cubicBezTo>
                    <a:pt x="99801" y="2381"/>
                    <a:pt x="99700" y="2306"/>
                    <a:pt x="99600" y="2281"/>
                  </a:cubicBezTo>
                  <a:cubicBezTo>
                    <a:pt x="91931" y="2156"/>
                    <a:pt x="67946" y="1404"/>
                    <a:pt x="60252" y="1279"/>
                  </a:cubicBezTo>
                  <a:cubicBezTo>
                    <a:pt x="58297" y="1229"/>
                    <a:pt x="56342" y="1204"/>
                    <a:pt x="54362" y="1204"/>
                  </a:cubicBezTo>
                  <a:cubicBezTo>
                    <a:pt x="51755" y="1204"/>
                    <a:pt x="49149" y="1254"/>
                    <a:pt x="46542" y="1454"/>
                  </a:cubicBezTo>
                  <a:cubicBezTo>
                    <a:pt x="43334" y="1680"/>
                    <a:pt x="40176" y="2131"/>
                    <a:pt x="37018" y="2131"/>
                  </a:cubicBezTo>
                  <a:cubicBezTo>
                    <a:pt x="36292" y="2131"/>
                    <a:pt x="35590" y="2106"/>
                    <a:pt x="34888" y="2056"/>
                  </a:cubicBezTo>
                  <a:cubicBezTo>
                    <a:pt x="31981" y="1855"/>
                    <a:pt x="29099" y="1153"/>
                    <a:pt x="26191" y="702"/>
                  </a:cubicBezTo>
                  <a:cubicBezTo>
                    <a:pt x="22958" y="201"/>
                    <a:pt x="19700" y="1"/>
                    <a:pt x="164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74"/>
            <p:cNvSpPr/>
            <p:nvPr/>
          </p:nvSpPr>
          <p:spPr>
            <a:xfrm flipH="1">
              <a:off x="5354296" y="2724024"/>
              <a:ext cx="1514323" cy="35390"/>
            </a:xfrm>
            <a:custGeom>
              <a:avLst/>
              <a:gdLst/>
              <a:ahLst/>
              <a:cxnLst/>
              <a:rect l="l" t="t" r="r" b="b"/>
              <a:pathLst>
                <a:path w="100854" h="2357" extrusionOk="0">
                  <a:moveTo>
                    <a:pt x="6793" y="0"/>
                  </a:moveTo>
                  <a:cubicBezTo>
                    <a:pt x="4437" y="0"/>
                    <a:pt x="2181" y="426"/>
                    <a:pt x="126" y="1730"/>
                  </a:cubicBezTo>
                  <a:cubicBezTo>
                    <a:pt x="26" y="1780"/>
                    <a:pt x="1" y="1930"/>
                    <a:pt x="51" y="2005"/>
                  </a:cubicBezTo>
                  <a:cubicBezTo>
                    <a:pt x="101" y="2072"/>
                    <a:pt x="173" y="2105"/>
                    <a:pt x="246" y="2105"/>
                  </a:cubicBezTo>
                  <a:cubicBezTo>
                    <a:pt x="282" y="2105"/>
                    <a:pt x="318" y="2097"/>
                    <a:pt x="352" y="2080"/>
                  </a:cubicBezTo>
                  <a:cubicBezTo>
                    <a:pt x="2306" y="827"/>
                    <a:pt x="4487" y="426"/>
                    <a:pt x="6793" y="426"/>
                  </a:cubicBezTo>
                  <a:cubicBezTo>
                    <a:pt x="10878" y="426"/>
                    <a:pt x="15339" y="1730"/>
                    <a:pt x="19600" y="1905"/>
                  </a:cubicBezTo>
                  <a:lnTo>
                    <a:pt x="20502" y="1905"/>
                  </a:lnTo>
                  <a:cubicBezTo>
                    <a:pt x="23008" y="1905"/>
                    <a:pt x="25490" y="1554"/>
                    <a:pt x="27946" y="1454"/>
                  </a:cubicBezTo>
                  <a:cubicBezTo>
                    <a:pt x="28522" y="1429"/>
                    <a:pt x="29074" y="1429"/>
                    <a:pt x="29650" y="1429"/>
                  </a:cubicBezTo>
                  <a:cubicBezTo>
                    <a:pt x="32808" y="1429"/>
                    <a:pt x="35966" y="1755"/>
                    <a:pt x="39149" y="2005"/>
                  </a:cubicBezTo>
                  <a:cubicBezTo>
                    <a:pt x="42457" y="2256"/>
                    <a:pt x="46868" y="2356"/>
                    <a:pt x="51831" y="2356"/>
                  </a:cubicBezTo>
                  <a:cubicBezTo>
                    <a:pt x="67871" y="2356"/>
                    <a:pt x="89901" y="1278"/>
                    <a:pt x="100628" y="852"/>
                  </a:cubicBezTo>
                  <a:cubicBezTo>
                    <a:pt x="100753" y="827"/>
                    <a:pt x="100853" y="752"/>
                    <a:pt x="100828" y="627"/>
                  </a:cubicBezTo>
                  <a:cubicBezTo>
                    <a:pt x="100828" y="501"/>
                    <a:pt x="100728" y="426"/>
                    <a:pt x="100628" y="426"/>
                  </a:cubicBezTo>
                  <a:cubicBezTo>
                    <a:pt x="89876" y="852"/>
                    <a:pt x="67871" y="1955"/>
                    <a:pt x="51831" y="1955"/>
                  </a:cubicBezTo>
                  <a:cubicBezTo>
                    <a:pt x="46868" y="1955"/>
                    <a:pt x="42482" y="1830"/>
                    <a:pt x="39174" y="1579"/>
                  </a:cubicBezTo>
                  <a:cubicBezTo>
                    <a:pt x="36016" y="1329"/>
                    <a:pt x="32833" y="1003"/>
                    <a:pt x="29650" y="1003"/>
                  </a:cubicBezTo>
                  <a:cubicBezTo>
                    <a:pt x="29074" y="1003"/>
                    <a:pt x="28497" y="1003"/>
                    <a:pt x="27946" y="1028"/>
                  </a:cubicBezTo>
                  <a:cubicBezTo>
                    <a:pt x="25439" y="1153"/>
                    <a:pt x="22958" y="1504"/>
                    <a:pt x="20502" y="1504"/>
                  </a:cubicBezTo>
                  <a:cubicBezTo>
                    <a:pt x="20201" y="1504"/>
                    <a:pt x="19901" y="1479"/>
                    <a:pt x="19600" y="1479"/>
                  </a:cubicBezTo>
                  <a:cubicBezTo>
                    <a:pt x="15439" y="1329"/>
                    <a:pt x="10953" y="0"/>
                    <a:pt x="67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74"/>
            <p:cNvSpPr/>
            <p:nvPr/>
          </p:nvSpPr>
          <p:spPr>
            <a:xfrm flipH="1">
              <a:off x="5384026" y="2875685"/>
              <a:ext cx="1497011" cy="47808"/>
            </a:xfrm>
            <a:custGeom>
              <a:avLst/>
              <a:gdLst/>
              <a:ahLst/>
              <a:cxnLst/>
              <a:rect l="l" t="t" r="r" b="b"/>
              <a:pathLst>
                <a:path w="99701" h="3184" extrusionOk="0">
                  <a:moveTo>
                    <a:pt x="11379" y="0"/>
                  </a:moveTo>
                  <a:cubicBezTo>
                    <a:pt x="7519" y="0"/>
                    <a:pt x="3735" y="502"/>
                    <a:pt x="151" y="2131"/>
                  </a:cubicBezTo>
                  <a:cubicBezTo>
                    <a:pt x="51" y="2181"/>
                    <a:pt x="1" y="2306"/>
                    <a:pt x="51" y="2407"/>
                  </a:cubicBezTo>
                  <a:cubicBezTo>
                    <a:pt x="90" y="2504"/>
                    <a:pt x="174" y="2541"/>
                    <a:pt x="256" y="2541"/>
                  </a:cubicBezTo>
                  <a:cubicBezTo>
                    <a:pt x="280" y="2541"/>
                    <a:pt x="304" y="2537"/>
                    <a:pt x="326" y="2532"/>
                  </a:cubicBezTo>
                  <a:cubicBezTo>
                    <a:pt x="3835" y="928"/>
                    <a:pt x="7545" y="427"/>
                    <a:pt x="11379" y="427"/>
                  </a:cubicBezTo>
                  <a:cubicBezTo>
                    <a:pt x="17419" y="427"/>
                    <a:pt x="23735" y="1655"/>
                    <a:pt x="29926" y="1655"/>
                  </a:cubicBezTo>
                  <a:cubicBezTo>
                    <a:pt x="30527" y="1655"/>
                    <a:pt x="31154" y="1630"/>
                    <a:pt x="31755" y="1605"/>
                  </a:cubicBezTo>
                  <a:cubicBezTo>
                    <a:pt x="36091" y="1429"/>
                    <a:pt x="40427" y="477"/>
                    <a:pt x="44713" y="477"/>
                  </a:cubicBezTo>
                  <a:cubicBezTo>
                    <a:pt x="45715" y="477"/>
                    <a:pt x="46718" y="527"/>
                    <a:pt x="47720" y="652"/>
                  </a:cubicBezTo>
                  <a:cubicBezTo>
                    <a:pt x="51028" y="1078"/>
                    <a:pt x="54236" y="2281"/>
                    <a:pt x="57570" y="2858"/>
                  </a:cubicBezTo>
                  <a:cubicBezTo>
                    <a:pt x="59074" y="3083"/>
                    <a:pt x="61705" y="3183"/>
                    <a:pt x="64988" y="3183"/>
                  </a:cubicBezTo>
                  <a:cubicBezTo>
                    <a:pt x="70577" y="3183"/>
                    <a:pt x="77971" y="2908"/>
                    <a:pt x="84588" y="2457"/>
                  </a:cubicBezTo>
                  <a:cubicBezTo>
                    <a:pt x="91229" y="2031"/>
                    <a:pt x="97044" y="1454"/>
                    <a:pt x="99525" y="903"/>
                  </a:cubicBezTo>
                  <a:cubicBezTo>
                    <a:pt x="99625" y="878"/>
                    <a:pt x="99700" y="777"/>
                    <a:pt x="99675" y="652"/>
                  </a:cubicBezTo>
                  <a:cubicBezTo>
                    <a:pt x="99654" y="565"/>
                    <a:pt x="99575" y="497"/>
                    <a:pt x="99473" y="497"/>
                  </a:cubicBezTo>
                  <a:cubicBezTo>
                    <a:pt x="99457" y="497"/>
                    <a:pt x="99441" y="498"/>
                    <a:pt x="99425" y="502"/>
                  </a:cubicBezTo>
                  <a:cubicBezTo>
                    <a:pt x="97019" y="1028"/>
                    <a:pt x="91179" y="1605"/>
                    <a:pt x="84562" y="2056"/>
                  </a:cubicBezTo>
                  <a:cubicBezTo>
                    <a:pt x="77946" y="2482"/>
                    <a:pt x="70552" y="2782"/>
                    <a:pt x="64988" y="2782"/>
                  </a:cubicBezTo>
                  <a:cubicBezTo>
                    <a:pt x="61730" y="2782"/>
                    <a:pt x="59074" y="2682"/>
                    <a:pt x="57645" y="2432"/>
                  </a:cubicBezTo>
                  <a:cubicBezTo>
                    <a:pt x="54362" y="1880"/>
                    <a:pt x="51154" y="677"/>
                    <a:pt x="47770" y="251"/>
                  </a:cubicBezTo>
                  <a:cubicBezTo>
                    <a:pt x="46743" y="126"/>
                    <a:pt x="45740" y="76"/>
                    <a:pt x="44713" y="76"/>
                  </a:cubicBezTo>
                  <a:cubicBezTo>
                    <a:pt x="40352" y="76"/>
                    <a:pt x="36041" y="1003"/>
                    <a:pt x="31730" y="1204"/>
                  </a:cubicBezTo>
                  <a:cubicBezTo>
                    <a:pt x="31129" y="1229"/>
                    <a:pt x="30527" y="1229"/>
                    <a:pt x="29926" y="1229"/>
                  </a:cubicBezTo>
                  <a:cubicBezTo>
                    <a:pt x="23810" y="1229"/>
                    <a:pt x="17469" y="0"/>
                    <a:pt x="113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74"/>
            <p:cNvSpPr/>
            <p:nvPr/>
          </p:nvSpPr>
          <p:spPr>
            <a:xfrm flipH="1">
              <a:off x="5451752" y="3023593"/>
              <a:ext cx="1311485" cy="24099"/>
            </a:xfrm>
            <a:custGeom>
              <a:avLst/>
              <a:gdLst/>
              <a:ahLst/>
              <a:cxnLst/>
              <a:rect l="l" t="t" r="r" b="b"/>
              <a:pathLst>
                <a:path w="87345" h="1605" extrusionOk="0">
                  <a:moveTo>
                    <a:pt x="12782" y="0"/>
                  </a:moveTo>
                  <a:cubicBezTo>
                    <a:pt x="8572" y="0"/>
                    <a:pt x="4361" y="226"/>
                    <a:pt x="201" y="1003"/>
                  </a:cubicBezTo>
                  <a:cubicBezTo>
                    <a:pt x="75" y="1028"/>
                    <a:pt x="0" y="1128"/>
                    <a:pt x="25" y="1253"/>
                  </a:cubicBezTo>
                  <a:cubicBezTo>
                    <a:pt x="47" y="1340"/>
                    <a:pt x="126" y="1409"/>
                    <a:pt x="228" y="1409"/>
                  </a:cubicBezTo>
                  <a:cubicBezTo>
                    <a:pt x="243" y="1409"/>
                    <a:pt x="259" y="1407"/>
                    <a:pt x="276" y="1404"/>
                  </a:cubicBezTo>
                  <a:cubicBezTo>
                    <a:pt x="4386" y="652"/>
                    <a:pt x="8597" y="426"/>
                    <a:pt x="12782" y="426"/>
                  </a:cubicBezTo>
                  <a:cubicBezTo>
                    <a:pt x="14837" y="426"/>
                    <a:pt x="16868" y="476"/>
                    <a:pt x="18923" y="526"/>
                  </a:cubicBezTo>
                  <a:cubicBezTo>
                    <a:pt x="29424" y="877"/>
                    <a:pt x="49574" y="1604"/>
                    <a:pt x="66392" y="1604"/>
                  </a:cubicBezTo>
                  <a:cubicBezTo>
                    <a:pt x="74612" y="1604"/>
                    <a:pt x="82006" y="1429"/>
                    <a:pt x="87144" y="953"/>
                  </a:cubicBezTo>
                  <a:cubicBezTo>
                    <a:pt x="87244" y="927"/>
                    <a:pt x="87344" y="827"/>
                    <a:pt x="87319" y="727"/>
                  </a:cubicBezTo>
                  <a:cubicBezTo>
                    <a:pt x="87319" y="602"/>
                    <a:pt x="87219" y="526"/>
                    <a:pt x="87093" y="526"/>
                  </a:cubicBezTo>
                  <a:cubicBezTo>
                    <a:pt x="82006" y="1028"/>
                    <a:pt x="74587" y="1203"/>
                    <a:pt x="66392" y="1203"/>
                  </a:cubicBezTo>
                  <a:cubicBezTo>
                    <a:pt x="49574" y="1203"/>
                    <a:pt x="29424" y="451"/>
                    <a:pt x="18923" y="125"/>
                  </a:cubicBezTo>
                  <a:cubicBezTo>
                    <a:pt x="16893" y="50"/>
                    <a:pt x="14837" y="0"/>
                    <a:pt x="127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74"/>
            <p:cNvSpPr/>
            <p:nvPr/>
          </p:nvSpPr>
          <p:spPr>
            <a:xfrm flipH="1">
              <a:off x="5558244" y="3165839"/>
              <a:ext cx="1047311" cy="46682"/>
            </a:xfrm>
            <a:custGeom>
              <a:avLst/>
              <a:gdLst/>
              <a:ahLst/>
              <a:cxnLst/>
              <a:rect l="l" t="t" r="r" b="b"/>
              <a:pathLst>
                <a:path w="69751" h="3109" extrusionOk="0">
                  <a:moveTo>
                    <a:pt x="6818" y="1"/>
                  </a:moveTo>
                  <a:cubicBezTo>
                    <a:pt x="4537" y="1"/>
                    <a:pt x="2281" y="377"/>
                    <a:pt x="151" y="1354"/>
                  </a:cubicBezTo>
                  <a:cubicBezTo>
                    <a:pt x="51" y="1404"/>
                    <a:pt x="1" y="1530"/>
                    <a:pt x="51" y="1630"/>
                  </a:cubicBezTo>
                  <a:cubicBezTo>
                    <a:pt x="87" y="1703"/>
                    <a:pt x="164" y="1750"/>
                    <a:pt x="242" y="1750"/>
                  </a:cubicBezTo>
                  <a:cubicBezTo>
                    <a:pt x="271" y="1750"/>
                    <a:pt x="300" y="1744"/>
                    <a:pt x="326" y="1730"/>
                  </a:cubicBezTo>
                  <a:cubicBezTo>
                    <a:pt x="2407" y="778"/>
                    <a:pt x="4562" y="427"/>
                    <a:pt x="6818" y="427"/>
                  </a:cubicBezTo>
                  <a:cubicBezTo>
                    <a:pt x="11905" y="427"/>
                    <a:pt x="17344" y="2257"/>
                    <a:pt x="22632" y="2833"/>
                  </a:cubicBezTo>
                  <a:cubicBezTo>
                    <a:pt x="24387" y="3033"/>
                    <a:pt x="26642" y="3109"/>
                    <a:pt x="29224" y="3109"/>
                  </a:cubicBezTo>
                  <a:cubicBezTo>
                    <a:pt x="41379" y="3109"/>
                    <a:pt x="60778" y="1354"/>
                    <a:pt x="69274" y="1354"/>
                  </a:cubicBezTo>
                  <a:lnTo>
                    <a:pt x="69550" y="1354"/>
                  </a:lnTo>
                  <a:cubicBezTo>
                    <a:pt x="69675" y="1354"/>
                    <a:pt x="69750" y="1279"/>
                    <a:pt x="69750" y="1154"/>
                  </a:cubicBezTo>
                  <a:cubicBezTo>
                    <a:pt x="69750" y="1028"/>
                    <a:pt x="69675" y="953"/>
                    <a:pt x="69550" y="953"/>
                  </a:cubicBezTo>
                  <a:lnTo>
                    <a:pt x="69274" y="953"/>
                  </a:lnTo>
                  <a:cubicBezTo>
                    <a:pt x="60753" y="953"/>
                    <a:pt x="41354" y="2708"/>
                    <a:pt x="29224" y="2708"/>
                  </a:cubicBezTo>
                  <a:cubicBezTo>
                    <a:pt x="26667" y="2708"/>
                    <a:pt x="24412" y="2607"/>
                    <a:pt x="22682" y="2432"/>
                  </a:cubicBezTo>
                  <a:cubicBezTo>
                    <a:pt x="17444" y="1856"/>
                    <a:pt x="12006" y="26"/>
                    <a:pt x="6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74"/>
            <p:cNvSpPr/>
            <p:nvPr/>
          </p:nvSpPr>
          <p:spPr>
            <a:xfrm flipH="1">
              <a:off x="5553700" y="3320518"/>
              <a:ext cx="625840" cy="26652"/>
            </a:xfrm>
            <a:custGeom>
              <a:avLst/>
              <a:gdLst/>
              <a:ahLst/>
              <a:cxnLst/>
              <a:rect l="l" t="t" r="r" b="b"/>
              <a:pathLst>
                <a:path w="41681" h="1775" extrusionOk="0">
                  <a:moveTo>
                    <a:pt x="12507" y="1"/>
                  </a:moveTo>
                  <a:cubicBezTo>
                    <a:pt x="7545" y="1"/>
                    <a:pt x="3108" y="301"/>
                    <a:pt x="176" y="1379"/>
                  </a:cubicBezTo>
                  <a:cubicBezTo>
                    <a:pt x="76" y="1404"/>
                    <a:pt x="1" y="1530"/>
                    <a:pt x="51" y="1630"/>
                  </a:cubicBezTo>
                  <a:cubicBezTo>
                    <a:pt x="88" y="1723"/>
                    <a:pt x="153" y="1774"/>
                    <a:pt x="235" y="1774"/>
                  </a:cubicBezTo>
                  <a:cubicBezTo>
                    <a:pt x="263" y="1774"/>
                    <a:pt x="294" y="1768"/>
                    <a:pt x="326" y="1755"/>
                  </a:cubicBezTo>
                  <a:cubicBezTo>
                    <a:pt x="3159" y="728"/>
                    <a:pt x="7570" y="427"/>
                    <a:pt x="12507" y="427"/>
                  </a:cubicBezTo>
                  <a:cubicBezTo>
                    <a:pt x="19750" y="427"/>
                    <a:pt x="28171" y="1078"/>
                    <a:pt x="34688" y="1078"/>
                  </a:cubicBezTo>
                  <a:cubicBezTo>
                    <a:pt x="37344" y="1078"/>
                    <a:pt x="39675" y="978"/>
                    <a:pt x="41505" y="652"/>
                  </a:cubicBezTo>
                  <a:cubicBezTo>
                    <a:pt x="41605" y="652"/>
                    <a:pt x="41680" y="527"/>
                    <a:pt x="41680" y="427"/>
                  </a:cubicBezTo>
                  <a:cubicBezTo>
                    <a:pt x="41658" y="318"/>
                    <a:pt x="41560" y="247"/>
                    <a:pt x="41469" y="247"/>
                  </a:cubicBezTo>
                  <a:cubicBezTo>
                    <a:pt x="41456" y="247"/>
                    <a:pt x="41442" y="248"/>
                    <a:pt x="41429" y="251"/>
                  </a:cubicBezTo>
                  <a:cubicBezTo>
                    <a:pt x="39650" y="552"/>
                    <a:pt x="37319" y="677"/>
                    <a:pt x="34688" y="677"/>
                  </a:cubicBezTo>
                  <a:cubicBezTo>
                    <a:pt x="28196" y="677"/>
                    <a:pt x="19775" y="1"/>
                    <a:pt x="125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74"/>
            <p:cNvSpPr/>
            <p:nvPr/>
          </p:nvSpPr>
          <p:spPr>
            <a:xfrm flipH="1">
              <a:off x="4677231" y="1718136"/>
              <a:ext cx="1018332" cy="1806259"/>
            </a:xfrm>
            <a:custGeom>
              <a:avLst/>
              <a:gdLst/>
              <a:ahLst/>
              <a:cxnLst/>
              <a:rect l="l" t="t" r="r" b="b"/>
              <a:pathLst>
                <a:path w="67821" h="120297" extrusionOk="0">
                  <a:moveTo>
                    <a:pt x="56178" y="0"/>
                  </a:moveTo>
                  <a:cubicBezTo>
                    <a:pt x="52211" y="0"/>
                    <a:pt x="48443" y="2340"/>
                    <a:pt x="45539" y="5033"/>
                  </a:cubicBezTo>
                  <a:cubicBezTo>
                    <a:pt x="45264" y="5284"/>
                    <a:pt x="45013" y="5534"/>
                    <a:pt x="44763" y="5785"/>
                  </a:cubicBezTo>
                  <a:cubicBezTo>
                    <a:pt x="44437" y="9619"/>
                    <a:pt x="44336" y="13479"/>
                    <a:pt x="44487" y="17339"/>
                  </a:cubicBezTo>
                  <a:cubicBezTo>
                    <a:pt x="43961" y="14005"/>
                    <a:pt x="43560" y="10672"/>
                    <a:pt x="43259" y="7339"/>
                  </a:cubicBezTo>
                  <a:cubicBezTo>
                    <a:pt x="42908" y="7715"/>
                    <a:pt x="42557" y="8116"/>
                    <a:pt x="42231" y="8492"/>
                  </a:cubicBezTo>
                  <a:cubicBezTo>
                    <a:pt x="42031" y="12301"/>
                    <a:pt x="41905" y="16136"/>
                    <a:pt x="41880" y="19945"/>
                  </a:cubicBezTo>
                  <a:cubicBezTo>
                    <a:pt x="40953" y="17188"/>
                    <a:pt x="40276" y="14356"/>
                    <a:pt x="39825" y="11474"/>
                  </a:cubicBezTo>
                  <a:cubicBezTo>
                    <a:pt x="36041" y="16587"/>
                    <a:pt x="33008" y="22276"/>
                    <a:pt x="29700" y="27715"/>
                  </a:cubicBezTo>
                  <a:cubicBezTo>
                    <a:pt x="27369" y="31524"/>
                    <a:pt x="24863" y="35284"/>
                    <a:pt x="22432" y="39043"/>
                  </a:cubicBezTo>
                  <a:cubicBezTo>
                    <a:pt x="21254" y="45033"/>
                    <a:pt x="20627" y="51123"/>
                    <a:pt x="20577" y="57239"/>
                  </a:cubicBezTo>
                  <a:cubicBezTo>
                    <a:pt x="19875" y="52878"/>
                    <a:pt x="19424" y="48467"/>
                    <a:pt x="19274" y="44081"/>
                  </a:cubicBezTo>
                  <a:cubicBezTo>
                    <a:pt x="18973" y="44557"/>
                    <a:pt x="18697" y="45033"/>
                    <a:pt x="18396" y="45534"/>
                  </a:cubicBezTo>
                  <a:cubicBezTo>
                    <a:pt x="18021" y="50923"/>
                    <a:pt x="17745" y="56311"/>
                    <a:pt x="17620" y="61725"/>
                  </a:cubicBezTo>
                  <a:cubicBezTo>
                    <a:pt x="16592" y="58091"/>
                    <a:pt x="15915" y="54357"/>
                    <a:pt x="15564" y="50647"/>
                  </a:cubicBezTo>
                  <a:cubicBezTo>
                    <a:pt x="14111" y="53454"/>
                    <a:pt x="11579" y="63254"/>
                    <a:pt x="11153" y="66387"/>
                  </a:cubicBezTo>
                  <a:cubicBezTo>
                    <a:pt x="9224" y="80672"/>
                    <a:pt x="7745" y="81274"/>
                    <a:pt x="8823" y="92502"/>
                  </a:cubicBezTo>
                  <a:cubicBezTo>
                    <a:pt x="7469" y="87640"/>
                    <a:pt x="6141" y="82778"/>
                    <a:pt x="4787" y="77941"/>
                  </a:cubicBezTo>
                  <a:lnTo>
                    <a:pt x="4787" y="77941"/>
                  </a:lnTo>
                  <a:cubicBezTo>
                    <a:pt x="4236" y="87815"/>
                    <a:pt x="4537" y="98392"/>
                    <a:pt x="10101" y="106988"/>
                  </a:cubicBezTo>
                  <a:cubicBezTo>
                    <a:pt x="5464" y="101274"/>
                    <a:pt x="2632" y="94231"/>
                    <a:pt x="2156" y="87114"/>
                  </a:cubicBezTo>
                  <a:lnTo>
                    <a:pt x="2156" y="87114"/>
                  </a:lnTo>
                  <a:cubicBezTo>
                    <a:pt x="0" y="94808"/>
                    <a:pt x="1930" y="103605"/>
                    <a:pt x="7168" y="110046"/>
                  </a:cubicBezTo>
                  <a:cubicBezTo>
                    <a:pt x="8672" y="111926"/>
                    <a:pt x="10401" y="113605"/>
                    <a:pt x="11880" y="115460"/>
                  </a:cubicBezTo>
                  <a:cubicBezTo>
                    <a:pt x="12983" y="116863"/>
                    <a:pt x="15640" y="120297"/>
                    <a:pt x="15640" y="120297"/>
                  </a:cubicBezTo>
                  <a:cubicBezTo>
                    <a:pt x="15640" y="120297"/>
                    <a:pt x="23685" y="116262"/>
                    <a:pt x="25940" y="114332"/>
                  </a:cubicBezTo>
                  <a:cubicBezTo>
                    <a:pt x="32682" y="108542"/>
                    <a:pt x="37795" y="100998"/>
                    <a:pt x="40602" y="92652"/>
                  </a:cubicBezTo>
                  <a:lnTo>
                    <a:pt x="40602" y="92652"/>
                  </a:lnTo>
                  <a:cubicBezTo>
                    <a:pt x="37444" y="96111"/>
                    <a:pt x="33785" y="99144"/>
                    <a:pt x="29750" y="101650"/>
                  </a:cubicBezTo>
                  <a:cubicBezTo>
                    <a:pt x="35063" y="95861"/>
                    <a:pt x="39098" y="88968"/>
                    <a:pt x="41580" y="81550"/>
                  </a:cubicBezTo>
                  <a:lnTo>
                    <a:pt x="41580" y="81550"/>
                  </a:lnTo>
                  <a:cubicBezTo>
                    <a:pt x="38622" y="84958"/>
                    <a:pt x="35690" y="88392"/>
                    <a:pt x="32732" y="91800"/>
                  </a:cubicBezTo>
                  <a:cubicBezTo>
                    <a:pt x="36367" y="79946"/>
                    <a:pt x="41254" y="68517"/>
                    <a:pt x="47294" y="57715"/>
                  </a:cubicBezTo>
                  <a:cubicBezTo>
                    <a:pt x="47996" y="56487"/>
                    <a:pt x="48697" y="55259"/>
                    <a:pt x="49399" y="54031"/>
                  </a:cubicBezTo>
                  <a:lnTo>
                    <a:pt x="49399" y="54031"/>
                  </a:lnTo>
                  <a:cubicBezTo>
                    <a:pt x="45765" y="56111"/>
                    <a:pt x="41905" y="57941"/>
                    <a:pt x="38096" y="59745"/>
                  </a:cubicBezTo>
                  <a:cubicBezTo>
                    <a:pt x="43133" y="56161"/>
                    <a:pt x="47996" y="52402"/>
                    <a:pt x="52733" y="48467"/>
                  </a:cubicBezTo>
                  <a:cubicBezTo>
                    <a:pt x="53159" y="47765"/>
                    <a:pt x="53560" y="47063"/>
                    <a:pt x="53986" y="46387"/>
                  </a:cubicBezTo>
                  <a:lnTo>
                    <a:pt x="53986" y="46387"/>
                  </a:lnTo>
                  <a:cubicBezTo>
                    <a:pt x="50301" y="48367"/>
                    <a:pt x="46492" y="50171"/>
                    <a:pt x="42582" y="51800"/>
                  </a:cubicBezTo>
                  <a:cubicBezTo>
                    <a:pt x="47845" y="47890"/>
                    <a:pt x="52958" y="43805"/>
                    <a:pt x="57946" y="39569"/>
                  </a:cubicBezTo>
                  <a:cubicBezTo>
                    <a:pt x="61154" y="33805"/>
                    <a:pt x="64036" y="27890"/>
                    <a:pt x="65890" y="21574"/>
                  </a:cubicBezTo>
                  <a:cubicBezTo>
                    <a:pt x="67068" y="17614"/>
                    <a:pt x="67820" y="13379"/>
                    <a:pt x="66818" y="9269"/>
                  </a:cubicBezTo>
                  <a:cubicBezTo>
                    <a:pt x="65815" y="5183"/>
                    <a:pt x="62708" y="1274"/>
                    <a:pt x="58472" y="271"/>
                  </a:cubicBezTo>
                  <a:cubicBezTo>
                    <a:pt x="57703" y="86"/>
                    <a:pt x="56937" y="0"/>
                    <a:pt x="561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74"/>
            <p:cNvSpPr/>
            <p:nvPr/>
          </p:nvSpPr>
          <p:spPr>
            <a:xfrm flipH="1">
              <a:off x="4837538" y="1784672"/>
              <a:ext cx="709744" cy="1697581"/>
            </a:xfrm>
            <a:custGeom>
              <a:avLst/>
              <a:gdLst/>
              <a:ahLst/>
              <a:cxnLst/>
              <a:rect l="l" t="t" r="r" b="b"/>
              <a:pathLst>
                <a:path w="47269" h="113059" extrusionOk="0">
                  <a:moveTo>
                    <a:pt x="47269" y="0"/>
                  </a:moveTo>
                  <a:lnTo>
                    <a:pt x="47269" y="0"/>
                  </a:lnTo>
                  <a:cubicBezTo>
                    <a:pt x="43860" y="5088"/>
                    <a:pt x="40777" y="10402"/>
                    <a:pt x="38045" y="15890"/>
                  </a:cubicBezTo>
                  <a:cubicBezTo>
                    <a:pt x="38446" y="14712"/>
                    <a:pt x="38847" y="13534"/>
                    <a:pt x="39223" y="12381"/>
                  </a:cubicBezTo>
                  <a:lnTo>
                    <a:pt x="39223" y="12381"/>
                  </a:lnTo>
                  <a:cubicBezTo>
                    <a:pt x="32782" y="19925"/>
                    <a:pt x="27619" y="28547"/>
                    <a:pt x="24060" y="37820"/>
                  </a:cubicBezTo>
                  <a:cubicBezTo>
                    <a:pt x="23935" y="33334"/>
                    <a:pt x="24938" y="28848"/>
                    <a:pt x="26893" y="24838"/>
                  </a:cubicBezTo>
                  <a:lnTo>
                    <a:pt x="26893" y="24838"/>
                  </a:lnTo>
                  <a:cubicBezTo>
                    <a:pt x="17745" y="37595"/>
                    <a:pt x="12807" y="53109"/>
                    <a:pt x="11429" y="68748"/>
                  </a:cubicBezTo>
                  <a:cubicBezTo>
                    <a:pt x="11704" y="64888"/>
                    <a:pt x="11153" y="60953"/>
                    <a:pt x="9825" y="57319"/>
                  </a:cubicBezTo>
                  <a:cubicBezTo>
                    <a:pt x="9023" y="64462"/>
                    <a:pt x="8221" y="71580"/>
                    <a:pt x="7419" y="78698"/>
                  </a:cubicBezTo>
                  <a:cubicBezTo>
                    <a:pt x="7569" y="74236"/>
                    <a:pt x="6917" y="69750"/>
                    <a:pt x="5489" y="65515"/>
                  </a:cubicBezTo>
                  <a:cubicBezTo>
                    <a:pt x="4812" y="73760"/>
                    <a:pt x="4537" y="82056"/>
                    <a:pt x="4637" y="90352"/>
                  </a:cubicBezTo>
                  <a:cubicBezTo>
                    <a:pt x="3258" y="85665"/>
                    <a:pt x="2381" y="80803"/>
                    <a:pt x="2055" y="75916"/>
                  </a:cubicBezTo>
                  <a:lnTo>
                    <a:pt x="2055" y="75916"/>
                  </a:lnTo>
                  <a:cubicBezTo>
                    <a:pt x="0" y="85690"/>
                    <a:pt x="1028" y="96091"/>
                    <a:pt x="4938" y="105314"/>
                  </a:cubicBezTo>
                  <a:cubicBezTo>
                    <a:pt x="3509" y="103685"/>
                    <a:pt x="2206" y="101956"/>
                    <a:pt x="1078" y="100126"/>
                  </a:cubicBezTo>
                  <a:lnTo>
                    <a:pt x="1078" y="100126"/>
                  </a:lnTo>
                  <a:cubicBezTo>
                    <a:pt x="1830" y="103635"/>
                    <a:pt x="3233" y="107019"/>
                    <a:pt x="5238" y="110001"/>
                  </a:cubicBezTo>
                  <a:lnTo>
                    <a:pt x="6191" y="113059"/>
                  </a:lnTo>
                  <a:cubicBezTo>
                    <a:pt x="8095" y="111755"/>
                    <a:pt x="9825" y="110252"/>
                    <a:pt x="11404" y="108572"/>
                  </a:cubicBezTo>
                  <a:lnTo>
                    <a:pt x="11404" y="108572"/>
                  </a:lnTo>
                  <a:cubicBezTo>
                    <a:pt x="11253" y="108648"/>
                    <a:pt x="11103" y="108748"/>
                    <a:pt x="10953" y="108823"/>
                  </a:cubicBezTo>
                  <a:cubicBezTo>
                    <a:pt x="11153" y="108698"/>
                    <a:pt x="11354" y="108547"/>
                    <a:pt x="11554" y="108397"/>
                  </a:cubicBezTo>
                  <a:cubicBezTo>
                    <a:pt x="12607" y="107269"/>
                    <a:pt x="13609" y="106041"/>
                    <a:pt x="14486" y="104763"/>
                  </a:cubicBezTo>
                  <a:cubicBezTo>
                    <a:pt x="14812" y="103986"/>
                    <a:pt x="15088" y="103209"/>
                    <a:pt x="15364" y="102407"/>
                  </a:cubicBezTo>
                  <a:lnTo>
                    <a:pt x="15364" y="102407"/>
                  </a:lnTo>
                  <a:cubicBezTo>
                    <a:pt x="15063" y="102733"/>
                    <a:pt x="14712" y="103009"/>
                    <a:pt x="14336" y="103259"/>
                  </a:cubicBezTo>
                  <a:cubicBezTo>
                    <a:pt x="13910" y="103685"/>
                    <a:pt x="13434" y="104086"/>
                    <a:pt x="12983" y="104512"/>
                  </a:cubicBezTo>
                  <a:cubicBezTo>
                    <a:pt x="12481" y="104913"/>
                    <a:pt x="11980" y="105314"/>
                    <a:pt x="11479" y="105690"/>
                  </a:cubicBezTo>
                  <a:cubicBezTo>
                    <a:pt x="10978" y="106066"/>
                    <a:pt x="10451" y="106442"/>
                    <a:pt x="9900" y="106768"/>
                  </a:cubicBezTo>
                  <a:cubicBezTo>
                    <a:pt x="10376" y="106342"/>
                    <a:pt x="10877" y="105941"/>
                    <a:pt x="11354" y="105515"/>
                  </a:cubicBezTo>
                  <a:cubicBezTo>
                    <a:pt x="11830" y="105114"/>
                    <a:pt x="12331" y="104713"/>
                    <a:pt x="12782" y="104287"/>
                  </a:cubicBezTo>
                  <a:lnTo>
                    <a:pt x="13484" y="103710"/>
                  </a:lnTo>
                  <a:lnTo>
                    <a:pt x="13484" y="103710"/>
                  </a:lnTo>
                  <a:cubicBezTo>
                    <a:pt x="13058" y="103886"/>
                    <a:pt x="12607" y="104011"/>
                    <a:pt x="12156" y="104061"/>
                  </a:cubicBezTo>
                  <a:cubicBezTo>
                    <a:pt x="13183" y="102908"/>
                    <a:pt x="14110" y="101655"/>
                    <a:pt x="14988" y="100352"/>
                  </a:cubicBezTo>
                  <a:lnTo>
                    <a:pt x="14988" y="100352"/>
                  </a:lnTo>
                  <a:cubicBezTo>
                    <a:pt x="13910" y="101054"/>
                    <a:pt x="12807" y="101730"/>
                    <a:pt x="11730" y="102407"/>
                  </a:cubicBezTo>
                  <a:cubicBezTo>
                    <a:pt x="12481" y="101379"/>
                    <a:pt x="13208" y="100352"/>
                    <a:pt x="13885" y="99274"/>
                  </a:cubicBezTo>
                  <a:lnTo>
                    <a:pt x="13885" y="99274"/>
                  </a:lnTo>
                  <a:cubicBezTo>
                    <a:pt x="13459" y="99525"/>
                    <a:pt x="13058" y="99800"/>
                    <a:pt x="12632" y="100051"/>
                  </a:cubicBezTo>
                  <a:cubicBezTo>
                    <a:pt x="13133" y="98948"/>
                    <a:pt x="13584" y="97846"/>
                    <a:pt x="14060" y="96743"/>
                  </a:cubicBezTo>
                  <a:lnTo>
                    <a:pt x="14060" y="96743"/>
                  </a:lnTo>
                  <a:cubicBezTo>
                    <a:pt x="13409" y="97319"/>
                    <a:pt x="12782" y="97871"/>
                    <a:pt x="12131" y="98422"/>
                  </a:cubicBezTo>
                  <a:cubicBezTo>
                    <a:pt x="12807" y="97745"/>
                    <a:pt x="13509" y="97069"/>
                    <a:pt x="14211" y="96392"/>
                  </a:cubicBezTo>
                  <a:cubicBezTo>
                    <a:pt x="14687" y="95239"/>
                    <a:pt x="15163" y="94086"/>
                    <a:pt x="15614" y="92933"/>
                  </a:cubicBezTo>
                  <a:lnTo>
                    <a:pt x="15614" y="92933"/>
                  </a:lnTo>
                  <a:cubicBezTo>
                    <a:pt x="14511" y="93886"/>
                    <a:pt x="13459" y="94913"/>
                    <a:pt x="12481" y="96016"/>
                  </a:cubicBezTo>
                  <a:cubicBezTo>
                    <a:pt x="14010" y="93635"/>
                    <a:pt x="15364" y="91154"/>
                    <a:pt x="16567" y="88572"/>
                  </a:cubicBezTo>
                  <a:lnTo>
                    <a:pt x="16567" y="88572"/>
                  </a:lnTo>
                  <a:cubicBezTo>
                    <a:pt x="16441" y="88698"/>
                    <a:pt x="16341" y="88823"/>
                    <a:pt x="16216" y="88948"/>
                  </a:cubicBezTo>
                  <a:cubicBezTo>
                    <a:pt x="15840" y="89324"/>
                    <a:pt x="15464" y="89700"/>
                    <a:pt x="15088" y="90051"/>
                  </a:cubicBezTo>
                  <a:cubicBezTo>
                    <a:pt x="14712" y="90427"/>
                    <a:pt x="14311" y="90778"/>
                    <a:pt x="13910" y="91104"/>
                  </a:cubicBezTo>
                  <a:cubicBezTo>
                    <a:pt x="14236" y="90703"/>
                    <a:pt x="14587" y="90302"/>
                    <a:pt x="14938" y="89901"/>
                  </a:cubicBezTo>
                  <a:cubicBezTo>
                    <a:pt x="15288" y="89525"/>
                    <a:pt x="15664" y="89149"/>
                    <a:pt x="16015" y="88748"/>
                  </a:cubicBezTo>
                  <a:cubicBezTo>
                    <a:pt x="16291" y="88472"/>
                    <a:pt x="16592" y="88196"/>
                    <a:pt x="16867" y="87921"/>
                  </a:cubicBezTo>
                  <a:cubicBezTo>
                    <a:pt x="17619" y="86292"/>
                    <a:pt x="18296" y="84612"/>
                    <a:pt x="18897" y="82933"/>
                  </a:cubicBezTo>
                  <a:lnTo>
                    <a:pt x="18897" y="82933"/>
                  </a:lnTo>
                  <a:cubicBezTo>
                    <a:pt x="18647" y="83184"/>
                    <a:pt x="18396" y="83409"/>
                    <a:pt x="18171" y="83660"/>
                  </a:cubicBezTo>
                  <a:cubicBezTo>
                    <a:pt x="17544" y="84236"/>
                    <a:pt x="16918" y="84838"/>
                    <a:pt x="16291" y="85414"/>
                  </a:cubicBezTo>
                  <a:cubicBezTo>
                    <a:pt x="15664" y="85991"/>
                    <a:pt x="15013" y="86567"/>
                    <a:pt x="14361" y="87119"/>
                  </a:cubicBezTo>
                  <a:cubicBezTo>
                    <a:pt x="14938" y="86467"/>
                    <a:pt x="15539" y="85866"/>
                    <a:pt x="16141" y="85264"/>
                  </a:cubicBezTo>
                  <a:cubicBezTo>
                    <a:pt x="16742" y="84638"/>
                    <a:pt x="17369" y="84061"/>
                    <a:pt x="17970" y="83460"/>
                  </a:cubicBezTo>
                  <a:cubicBezTo>
                    <a:pt x="18346" y="83109"/>
                    <a:pt x="18722" y="82758"/>
                    <a:pt x="19073" y="82407"/>
                  </a:cubicBezTo>
                  <a:cubicBezTo>
                    <a:pt x="19850" y="80226"/>
                    <a:pt x="20476" y="78021"/>
                    <a:pt x="21003" y="75765"/>
                  </a:cubicBezTo>
                  <a:lnTo>
                    <a:pt x="21003" y="75765"/>
                  </a:lnTo>
                  <a:cubicBezTo>
                    <a:pt x="19449" y="77996"/>
                    <a:pt x="17544" y="80001"/>
                    <a:pt x="15389" y="81680"/>
                  </a:cubicBezTo>
                  <a:cubicBezTo>
                    <a:pt x="16617" y="79149"/>
                    <a:pt x="17870" y="76617"/>
                    <a:pt x="19123" y="74086"/>
                  </a:cubicBezTo>
                  <a:lnTo>
                    <a:pt x="19123" y="74086"/>
                  </a:lnTo>
                  <a:cubicBezTo>
                    <a:pt x="18923" y="74236"/>
                    <a:pt x="18722" y="74387"/>
                    <a:pt x="18547" y="74562"/>
                  </a:cubicBezTo>
                  <a:cubicBezTo>
                    <a:pt x="17644" y="75264"/>
                    <a:pt x="16767" y="75966"/>
                    <a:pt x="15865" y="76668"/>
                  </a:cubicBezTo>
                  <a:cubicBezTo>
                    <a:pt x="16692" y="75891"/>
                    <a:pt x="17544" y="75139"/>
                    <a:pt x="18396" y="74387"/>
                  </a:cubicBezTo>
                  <a:cubicBezTo>
                    <a:pt x="18722" y="74111"/>
                    <a:pt x="19048" y="73835"/>
                    <a:pt x="19374" y="73560"/>
                  </a:cubicBezTo>
                  <a:cubicBezTo>
                    <a:pt x="20276" y="71730"/>
                    <a:pt x="21153" y="69926"/>
                    <a:pt x="22055" y="68096"/>
                  </a:cubicBezTo>
                  <a:lnTo>
                    <a:pt x="22055" y="68096"/>
                  </a:lnTo>
                  <a:cubicBezTo>
                    <a:pt x="21629" y="68397"/>
                    <a:pt x="21228" y="68698"/>
                    <a:pt x="20802" y="68973"/>
                  </a:cubicBezTo>
                  <a:cubicBezTo>
                    <a:pt x="19950" y="69550"/>
                    <a:pt x="19073" y="70126"/>
                    <a:pt x="18196" y="70652"/>
                  </a:cubicBezTo>
                  <a:lnTo>
                    <a:pt x="20677" y="68823"/>
                  </a:lnTo>
                  <a:cubicBezTo>
                    <a:pt x="21203" y="68397"/>
                    <a:pt x="21755" y="67996"/>
                    <a:pt x="22306" y="67595"/>
                  </a:cubicBezTo>
                  <a:cubicBezTo>
                    <a:pt x="22481" y="67244"/>
                    <a:pt x="22657" y="66868"/>
                    <a:pt x="22832" y="66517"/>
                  </a:cubicBezTo>
                  <a:lnTo>
                    <a:pt x="22832" y="66517"/>
                  </a:lnTo>
                  <a:cubicBezTo>
                    <a:pt x="22281" y="66843"/>
                    <a:pt x="21755" y="67169"/>
                    <a:pt x="21203" y="67495"/>
                  </a:cubicBezTo>
                  <a:cubicBezTo>
                    <a:pt x="21604" y="66166"/>
                    <a:pt x="22005" y="64838"/>
                    <a:pt x="22456" y="63535"/>
                  </a:cubicBezTo>
                  <a:lnTo>
                    <a:pt x="22456" y="63535"/>
                  </a:lnTo>
                  <a:cubicBezTo>
                    <a:pt x="21905" y="63860"/>
                    <a:pt x="21354" y="64186"/>
                    <a:pt x="20802" y="64487"/>
                  </a:cubicBezTo>
                  <a:cubicBezTo>
                    <a:pt x="21379" y="64086"/>
                    <a:pt x="21955" y="63685"/>
                    <a:pt x="22532" y="63284"/>
                  </a:cubicBezTo>
                  <a:cubicBezTo>
                    <a:pt x="22782" y="62482"/>
                    <a:pt x="23058" y="61680"/>
                    <a:pt x="23334" y="60903"/>
                  </a:cubicBezTo>
                  <a:lnTo>
                    <a:pt x="23334" y="60903"/>
                  </a:lnTo>
                  <a:cubicBezTo>
                    <a:pt x="22657" y="61329"/>
                    <a:pt x="21980" y="61730"/>
                    <a:pt x="21253" y="62106"/>
                  </a:cubicBezTo>
                  <a:cubicBezTo>
                    <a:pt x="22456" y="60226"/>
                    <a:pt x="23710" y="58397"/>
                    <a:pt x="25013" y="56617"/>
                  </a:cubicBezTo>
                  <a:cubicBezTo>
                    <a:pt x="25715" y="54963"/>
                    <a:pt x="26466" y="53359"/>
                    <a:pt x="27319" y="51780"/>
                  </a:cubicBezTo>
                  <a:cubicBezTo>
                    <a:pt x="27519" y="51379"/>
                    <a:pt x="27720" y="51003"/>
                    <a:pt x="27945" y="50627"/>
                  </a:cubicBezTo>
                  <a:lnTo>
                    <a:pt x="27945" y="50627"/>
                  </a:lnTo>
                  <a:cubicBezTo>
                    <a:pt x="27820" y="50702"/>
                    <a:pt x="27669" y="50778"/>
                    <a:pt x="27544" y="50828"/>
                  </a:cubicBezTo>
                  <a:cubicBezTo>
                    <a:pt x="27845" y="50477"/>
                    <a:pt x="28146" y="50101"/>
                    <a:pt x="28446" y="49725"/>
                  </a:cubicBezTo>
                  <a:cubicBezTo>
                    <a:pt x="29800" y="47469"/>
                    <a:pt x="31279" y="45289"/>
                    <a:pt x="32832" y="43184"/>
                  </a:cubicBezTo>
                  <a:lnTo>
                    <a:pt x="32832" y="43184"/>
                  </a:lnTo>
                  <a:cubicBezTo>
                    <a:pt x="32782" y="43209"/>
                    <a:pt x="32732" y="43259"/>
                    <a:pt x="32657" y="43284"/>
                  </a:cubicBezTo>
                  <a:cubicBezTo>
                    <a:pt x="31955" y="43710"/>
                    <a:pt x="31253" y="44136"/>
                    <a:pt x="30527" y="44512"/>
                  </a:cubicBezTo>
                  <a:cubicBezTo>
                    <a:pt x="29800" y="44888"/>
                    <a:pt x="29073" y="45239"/>
                    <a:pt x="28321" y="45540"/>
                  </a:cubicBezTo>
                  <a:lnTo>
                    <a:pt x="30426" y="44311"/>
                  </a:lnTo>
                  <a:cubicBezTo>
                    <a:pt x="31128" y="43910"/>
                    <a:pt x="31830" y="43484"/>
                    <a:pt x="32507" y="43058"/>
                  </a:cubicBezTo>
                  <a:cubicBezTo>
                    <a:pt x="32782" y="42908"/>
                    <a:pt x="33033" y="42733"/>
                    <a:pt x="33284" y="42582"/>
                  </a:cubicBezTo>
                  <a:cubicBezTo>
                    <a:pt x="34612" y="40803"/>
                    <a:pt x="35990" y="39048"/>
                    <a:pt x="37394" y="37294"/>
                  </a:cubicBezTo>
                  <a:lnTo>
                    <a:pt x="37394" y="37294"/>
                  </a:lnTo>
                  <a:cubicBezTo>
                    <a:pt x="36266" y="37946"/>
                    <a:pt x="35113" y="38597"/>
                    <a:pt x="33960" y="39199"/>
                  </a:cubicBezTo>
                  <a:cubicBezTo>
                    <a:pt x="33183" y="39600"/>
                    <a:pt x="32381" y="40001"/>
                    <a:pt x="31579" y="40402"/>
                  </a:cubicBezTo>
                  <a:cubicBezTo>
                    <a:pt x="30777" y="40778"/>
                    <a:pt x="29975" y="41154"/>
                    <a:pt x="29173" y="41504"/>
                  </a:cubicBezTo>
                  <a:cubicBezTo>
                    <a:pt x="29950" y="41103"/>
                    <a:pt x="30752" y="40702"/>
                    <a:pt x="31529" y="40276"/>
                  </a:cubicBezTo>
                  <a:cubicBezTo>
                    <a:pt x="32306" y="39850"/>
                    <a:pt x="33083" y="39449"/>
                    <a:pt x="33860" y="38998"/>
                  </a:cubicBezTo>
                  <a:cubicBezTo>
                    <a:pt x="35163" y="38296"/>
                    <a:pt x="36441" y="37545"/>
                    <a:pt x="37720" y="36793"/>
                  </a:cubicBezTo>
                  <a:cubicBezTo>
                    <a:pt x="39223" y="34412"/>
                    <a:pt x="40627" y="31956"/>
                    <a:pt x="41980" y="29474"/>
                  </a:cubicBezTo>
                  <a:lnTo>
                    <a:pt x="41980" y="29474"/>
                  </a:lnTo>
                  <a:cubicBezTo>
                    <a:pt x="40702" y="30377"/>
                    <a:pt x="39424" y="31229"/>
                    <a:pt x="38096" y="32056"/>
                  </a:cubicBezTo>
                  <a:cubicBezTo>
                    <a:pt x="37319" y="32507"/>
                    <a:pt x="36542" y="32983"/>
                    <a:pt x="35765" y="33434"/>
                  </a:cubicBezTo>
                  <a:cubicBezTo>
                    <a:pt x="34963" y="33885"/>
                    <a:pt x="34161" y="34311"/>
                    <a:pt x="33359" y="34712"/>
                  </a:cubicBezTo>
                  <a:cubicBezTo>
                    <a:pt x="34136" y="34261"/>
                    <a:pt x="34913" y="33785"/>
                    <a:pt x="35690" y="33309"/>
                  </a:cubicBezTo>
                  <a:cubicBezTo>
                    <a:pt x="36467" y="32833"/>
                    <a:pt x="37218" y="32357"/>
                    <a:pt x="37995" y="31855"/>
                  </a:cubicBezTo>
                  <a:cubicBezTo>
                    <a:pt x="39424" y="30928"/>
                    <a:pt x="40852" y="29950"/>
                    <a:pt x="42256" y="28948"/>
                  </a:cubicBezTo>
                  <a:cubicBezTo>
                    <a:pt x="43233" y="27093"/>
                    <a:pt x="44186" y="25214"/>
                    <a:pt x="45088" y="23309"/>
                  </a:cubicBezTo>
                  <a:lnTo>
                    <a:pt x="45088" y="23309"/>
                  </a:lnTo>
                  <a:cubicBezTo>
                    <a:pt x="42081" y="26091"/>
                    <a:pt x="39073" y="28873"/>
                    <a:pt x="36065" y="31655"/>
                  </a:cubicBezTo>
                  <a:cubicBezTo>
                    <a:pt x="38045" y="28898"/>
                    <a:pt x="39649" y="25940"/>
                    <a:pt x="41003" y="22858"/>
                  </a:cubicBezTo>
                  <a:lnTo>
                    <a:pt x="41003" y="22858"/>
                  </a:lnTo>
                  <a:cubicBezTo>
                    <a:pt x="40025" y="23309"/>
                    <a:pt x="39048" y="23710"/>
                    <a:pt x="38045" y="24061"/>
                  </a:cubicBezTo>
                  <a:cubicBezTo>
                    <a:pt x="39073" y="23610"/>
                    <a:pt x="40101" y="23108"/>
                    <a:pt x="41103" y="22582"/>
                  </a:cubicBezTo>
                  <a:cubicBezTo>
                    <a:pt x="44136" y="15464"/>
                    <a:pt x="45740" y="7645"/>
                    <a:pt x="472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74"/>
            <p:cNvSpPr/>
            <p:nvPr/>
          </p:nvSpPr>
          <p:spPr>
            <a:xfrm flipH="1">
              <a:off x="4916937" y="1999565"/>
              <a:ext cx="633738" cy="1892145"/>
            </a:xfrm>
            <a:custGeom>
              <a:avLst/>
              <a:gdLst/>
              <a:ahLst/>
              <a:cxnLst/>
              <a:rect l="l" t="t" r="r" b="b"/>
              <a:pathLst>
                <a:path w="42207" h="126017" extrusionOk="0">
                  <a:moveTo>
                    <a:pt x="42206" y="0"/>
                  </a:moveTo>
                  <a:lnTo>
                    <a:pt x="42206" y="0"/>
                  </a:lnTo>
                  <a:cubicBezTo>
                    <a:pt x="36342" y="8271"/>
                    <a:pt x="31229" y="17093"/>
                    <a:pt x="26818" y="26266"/>
                  </a:cubicBezTo>
                  <a:cubicBezTo>
                    <a:pt x="22382" y="35414"/>
                    <a:pt x="18647" y="44913"/>
                    <a:pt x="15489" y="54562"/>
                  </a:cubicBezTo>
                  <a:cubicBezTo>
                    <a:pt x="12306" y="64236"/>
                    <a:pt x="9675" y="74086"/>
                    <a:pt x="7469" y="84011"/>
                  </a:cubicBezTo>
                  <a:cubicBezTo>
                    <a:pt x="5239" y="93936"/>
                    <a:pt x="1554" y="115966"/>
                    <a:pt x="1" y="126016"/>
                  </a:cubicBezTo>
                  <a:lnTo>
                    <a:pt x="3033" y="120151"/>
                  </a:lnTo>
                  <a:cubicBezTo>
                    <a:pt x="4412" y="110101"/>
                    <a:pt x="6818" y="94236"/>
                    <a:pt x="8873" y="84312"/>
                  </a:cubicBezTo>
                  <a:cubicBezTo>
                    <a:pt x="10928" y="74387"/>
                    <a:pt x="13384" y="64537"/>
                    <a:pt x="16392" y="54863"/>
                  </a:cubicBezTo>
                  <a:cubicBezTo>
                    <a:pt x="19424" y="45189"/>
                    <a:pt x="22983" y="35665"/>
                    <a:pt x="27244" y="26467"/>
                  </a:cubicBezTo>
                  <a:cubicBezTo>
                    <a:pt x="31505" y="17269"/>
                    <a:pt x="36467" y="8371"/>
                    <a:pt x="42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74"/>
            <p:cNvSpPr/>
            <p:nvPr/>
          </p:nvSpPr>
          <p:spPr>
            <a:xfrm flipH="1">
              <a:off x="4919580" y="1986021"/>
              <a:ext cx="633723" cy="1892130"/>
            </a:xfrm>
            <a:custGeom>
              <a:avLst/>
              <a:gdLst/>
              <a:ahLst/>
              <a:cxnLst/>
              <a:rect l="l" t="t" r="r" b="b"/>
              <a:pathLst>
                <a:path w="42206" h="126016" extrusionOk="0">
                  <a:moveTo>
                    <a:pt x="42206" y="0"/>
                  </a:moveTo>
                  <a:lnTo>
                    <a:pt x="42206" y="0"/>
                  </a:lnTo>
                  <a:cubicBezTo>
                    <a:pt x="36341" y="8296"/>
                    <a:pt x="31228" y="17118"/>
                    <a:pt x="26817" y="26266"/>
                  </a:cubicBezTo>
                  <a:cubicBezTo>
                    <a:pt x="22381" y="35439"/>
                    <a:pt x="18672" y="44913"/>
                    <a:pt x="15489" y="54587"/>
                  </a:cubicBezTo>
                  <a:cubicBezTo>
                    <a:pt x="12306" y="64236"/>
                    <a:pt x="9674" y="74086"/>
                    <a:pt x="7469" y="84011"/>
                  </a:cubicBezTo>
                  <a:cubicBezTo>
                    <a:pt x="5238" y="93935"/>
                    <a:pt x="1554" y="115966"/>
                    <a:pt x="0" y="126016"/>
                  </a:cubicBezTo>
                  <a:lnTo>
                    <a:pt x="3033" y="120151"/>
                  </a:lnTo>
                  <a:cubicBezTo>
                    <a:pt x="4411" y="110126"/>
                    <a:pt x="6817" y="94236"/>
                    <a:pt x="8872" y="84311"/>
                  </a:cubicBezTo>
                  <a:cubicBezTo>
                    <a:pt x="10928" y="74386"/>
                    <a:pt x="13384" y="64562"/>
                    <a:pt x="16391" y="54862"/>
                  </a:cubicBezTo>
                  <a:cubicBezTo>
                    <a:pt x="19424" y="45188"/>
                    <a:pt x="22983" y="35689"/>
                    <a:pt x="27243" y="26466"/>
                  </a:cubicBezTo>
                  <a:cubicBezTo>
                    <a:pt x="31504" y="17268"/>
                    <a:pt x="36466" y="8371"/>
                    <a:pt x="422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74"/>
            <p:cNvSpPr/>
            <p:nvPr/>
          </p:nvSpPr>
          <p:spPr>
            <a:xfrm flipH="1">
              <a:off x="5263889" y="2228753"/>
              <a:ext cx="32372" cy="380855"/>
            </a:xfrm>
            <a:custGeom>
              <a:avLst/>
              <a:gdLst/>
              <a:ahLst/>
              <a:cxnLst/>
              <a:rect l="l" t="t" r="r" b="b"/>
              <a:pathLst>
                <a:path w="2156" h="25365" extrusionOk="0">
                  <a:moveTo>
                    <a:pt x="2155" y="1"/>
                  </a:moveTo>
                  <a:lnTo>
                    <a:pt x="1704" y="1554"/>
                  </a:lnTo>
                  <a:lnTo>
                    <a:pt x="1303" y="3108"/>
                  </a:lnTo>
                  <a:lnTo>
                    <a:pt x="977" y="4662"/>
                  </a:lnTo>
                  <a:lnTo>
                    <a:pt x="677" y="6241"/>
                  </a:lnTo>
                  <a:cubicBezTo>
                    <a:pt x="326" y="8372"/>
                    <a:pt x="125" y="10502"/>
                    <a:pt x="50" y="12632"/>
                  </a:cubicBezTo>
                  <a:cubicBezTo>
                    <a:pt x="0" y="14788"/>
                    <a:pt x="50" y="16918"/>
                    <a:pt x="276" y="19048"/>
                  </a:cubicBezTo>
                  <a:lnTo>
                    <a:pt x="451" y="20652"/>
                  </a:lnTo>
                  <a:lnTo>
                    <a:pt x="677" y="22231"/>
                  </a:lnTo>
                  <a:lnTo>
                    <a:pt x="977" y="23810"/>
                  </a:lnTo>
                  <a:lnTo>
                    <a:pt x="1303" y="25364"/>
                  </a:lnTo>
                  <a:lnTo>
                    <a:pt x="1028" y="23785"/>
                  </a:lnTo>
                  <a:lnTo>
                    <a:pt x="802" y="22206"/>
                  </a:lnTo>
                  <a:lnTo>
                    <a:pt x="627" y="20627"/>
                  </a:lnTo>
                  <a:lnTo>
                    <a:pt x="476" y="19023"/>
                  </a:lnTo>
                  <a:cubicBezTo>
                    <a:pt x="301" y="16918"/>
                    <a:pt x="251" y="14788"/>
                    <a:pt x="326" y="12657"/>
                  </a:cubicBezTo>
                  <a:cubicBezTo>
                    <a:pt x="401" y="10527"/>
                    <a:pt x="602" y="8397"/>
                    <a:pt x="902" y="6291"/>
                  </a:cubicBezTo>
                  <a:lnTo>
                    <a:pt x="1153" y="4712"/>
                  </a:lnTo>
                  <a:lnTo>
                    <a:pt x="1429" y="3133"/>
                  </a:lnTo>
                  <a:lnTo>
                    <a:pt x="1779" y="1580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74"/>
            <p:cNvSpPr/>
            <p:nvPr/>
          </p:nvSpPr>
          <p:spPr>
            <a:xfrm flipH="1">
              <a:off x="5205928" y="2116224"/>
              <a:ext cx="44805" cy="371066"/>
            </a:xfrm>
            <a:custGeom>
              <a:avLst/>
              <a:gdLst/>
              <a:ahLst/>
              <a:cxnLst/>
              <a:rect l="l" t="t" r="r" b="b"/>
              <a:pathLst>
                <a:path w="2984" h="24713" extrusionOk="0">
                  <a:moveTo>
                    <a:pt x="2983" y="1"/>
                  </a:moveTo>
                  <a:lnTo>
                    <a:pt x="2457" y="1479"/>
                  </a:lnTo>
                  <a:lnTo>
                    <a:pt x="2006" y="2983"/>
                  </a:lnTo>
                  <a:lnTo>
                    <a:pt x="1605" y="4487"/>
                  </a:lnTo>
                  <a:lnTo>
                    <a:pt x="1229" y="6016"/>
                  </a:lnTo>
                  <a:cubicBezTo>
                    <a:pt x="778" y="8071"/>
                    <a:pt x="477" y="10126"/>
                    <a:pt x="251" y="12231"/>
                  </a:cubicBezTo>
                  <a:cubicBezTo>
                    <a:pt x="76" y="14312"/>
                    <a:pt x="1" y="16392"/>
                    <a:pt x="76" y="18497"/>
                  </a:cubicBezTo>
                  <a:lnTo>
                    <a:pt x="151" y="20051"/>
                  </a:lnTo>
                  <a:lnTo>
                    <a:pt x="276" y="21630"/>
                  </a:lnTo>
                  <a:lnTo>
                    <a:pt x="452" y="23184"/>
                  </a:lnTo>
                  <a:lnTo>
                    <a:pt x="677" y="24713"/>
                  </a:lnTo>
                  <a:lnTo>
                    <a:pt x="527" y="23159"/>
                  </a:lnTo>
                  <a:lnTo>
                    <a:pt x="402" y="21605"/>
                  </a:lnTo>
                  <a:lnTo>
                    <a:pt x="326" y="20051"/>
                  </a:lnTo>
                  <a:lnTo>
                    <a:pt x="276" y="18472"/>
                  </a:lnTo>
                  <a:cubicBezTo>
                    <a:pt x="251" y="16392"/>
                    <a:pt x="326" y="14312"/>
                    <a:pt x="527" y="12256"/>
                  </a:cubicBezTo>
                  <a:cubicBezTo>
                    <a:pt x="727" y="10176"/>
                    <a:pt x="1028" y="8121"/>
                    <a:pt x="1429" y="6066"/>
                  </a:cubicBezTo>
                  <a:lnTo>
                    <a:pt x="1755" y="4537"/>
                  </a:lnTo>
                  <a:lnTo>
                    <a:pt x="2131" y="3008"/>
                  </a:lnTo>
                  <a:lnTo>
                    <a:pt x="2532" y="1505"/>
                  </a:lnTo>
                  <a:lnTo>
                    <a:pt x="2983" y="1"/>
                  </a:ln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74"/>
            <p:cNvSpPr/>
            <p:nvPr/>
          </p:nvSpPr>
          <p:spPr>
            <a:xfrm flipH="1">
              <a:off x="5133670" y="2071446"/>
              <a:ext cx="11682" cy="223543"/>
            </a:xfrm>
            <a:custGeom>
              <a:avLst/>
              <a:gdLst/>
              <a:ahLst/>
              <a:cxnLst/>
              <a:rect l="l" t="t" r="r" b="b"/>
              <a:pathLst>
                <a:path w="778" h="14888" extrusionOk="0">
                  <a:moveTo>
                    <a:pt x="777" y="0"/>
                  </a:moveTo>
                  <a:cubicBezTo>
                    <a:pt x="552" y="1228"/>
                    <a:pt x="376" y="2456"/>
                    <a:pt x="251" y="3710"/>
                  </a:cubicBezTo>
                  <a:cubicBezTo>
                    <a:pt x="126" y="4938"/>
                    <a:pt x="75" y="6191"/>
                    <a:pt x="25" y="7444"/>
                  </a:cubicBezTo>
                  <a:cubicBezTo>
                    <a:pt x="0" y="8672"/>
                    <a:pt x="0" y="9925"/>
                    <a:pt x="75" y="11178"/>
                  </a:cubicBezTo>
                  <a:cubicBezTo>
                    <a:pt x="151" y="12406"/>
                    <a:pt x="251" y="13660"/>
                    <a:pt x="401" y="14888"/>
                  </a:cubicBezTo>
                  <a:cubicBezTo>
                    <a:pt x="351" y="13660"/>
                    <a:pt x="301" y="12406"/>
                    <a:pt x="276" y="11153"/>
                  </a:cubicBezTo>
                  <a:cubicBezTo>
                    <a:pt x="276" y="9925"/>
                    <a:pt x="251" y="8672"/>
                    <a:pt x="301" y="7444"/>
                  </a:cubicBezTo>
                  <a:cubicBezTo>
                    <a:pt x="326" y="6191"/>
                    <a:pt x="401" y="4963"/>
                    <a:pt x="476" y="3710"/>
                  </a:cubicBezTo>
                  <a:cubicBezTo>
                    <a:pt x="552" y="2482"/>
                    <a:pt x="677" y="1253"/>
                    <a:pt x="777" y="0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74"/>
            <p:cNvSpPr/>
            <p:nvPr/>
          </p:nvSpPr>
          <p:spPr>
            <a:xfrm flipH="1">
              <a:off x="5094914" y="2069945"/>
              <a:ext cx="12808" cy="179895"/>
            </a:xfrm>
            <a:custGeom>
              <a:avLst/>
              <a:gdLst/>
              <a:ahLst/>
              <a:cxnLst/>
              <a:rect l="l" t="t" r="r" b="b"/>
              <a:pathLst>
                <a:path w="853" h="11981" extrusionOk="0">
                  <a:moveTo>
                    <a:pt x="853" y="0"/>
                  </a:moveTo>
                  <a:lnTo>
                    <a:pt x="853" y="0"/>
                  </a:lnTo>
                  <a:cubicBezTo>
                    <a:pt x="652" y="977"/>
                    <a:pt x="502" y="1955"/>
                    <a:pt x="376" y="2957"/>
                  </a:cubicBezTo>
                  <a:cubicBezTo>
                    <a:pt x="251" y="3960"/>
                    <a:pt x="176" y="4962"/>
                    <a:pt x="101" y="5965"/>
                  </a:cubicBezTo>
                  <a:cubicBezTo>
                    <a:pt x="51" y="6968"/>
                    <a:pt x="0" y="7970"/>
                    <a:pt x="26" y="8973"/>
                  </a:cubicBezTo>
                  <a:cubicBezTo>
                    <a:pt x="26" y="9975"/>
                    <a:pt x="76" y="10978"/>
                    <a:pt x="151" y="11980"/>
                  </a:cubicBezTo>
                  <a:cubicBezTo>
                    <a:pt x="176" y="10978"/>
                    <a:pt x="201" y="9975"/>
                    <a:pt x="226" y="8973"/>
                  </a:cubicBezTo>
                  <a:cubicBezTo>
                    <a:pt x="276" y="7970"/>
                    <a:pt x="301" y="6968"/>
                    <a:pt x="376" y="5990"/>
                  </a:cubicBezTo>
                  <a:cubicBezTo>
                    <a:pt x="427" y="4988"/>
                    <a:pt x="502" y="3985"/>
                    <a:pt x="577" y="2983"/>
                  </a:cubicBezTo>
                  <a:cubicBezTo>
                    <a:pt x="677" y="1980"/>
                    <a:pt x="777" y="977"/>
                    <a:pt x="853" y="0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74"/>
            <p:cNvSpPr/>
            <p:nvPr/>
          </p:nvSpPr>
          <p:spPr>
            <a:xfrm flipH="1">
              <a:off x="4926694" y="1803862"/>
              <a:ext cx="63604" cy="270210"/>
            </a:xfrm>
            <a:custGeom>
              <a:avLst/>
              <a:gdLst/>
              <a:ahLst/>
              <a:cxnLst/>
              <a:rect l="l" t="t" r="r" b="b"/>
              <a:pathLst>
                <a:path w="4236" h="17996" extrusionOk="0">
                  <a:moveTo>
                    <a:pt x="4236" y="1"/>
                  </a:moveTo>
                  <a:lnTo>
                    <a:pt x="4236" y="1"/>
                  </a:lnTo>
                  <a:cubicBezTo>
                    <a:pt x="3759" y="1479"/>
                    <a:pt x="3308" y="2958"/>
                    <a:pt x="2882" y="4437"/>
                  </a:cubicBezTo>
                  <a:cubicBezTo>
                    <a:pt x="2456" y="5915"/>
                    <a:pt x="2080" y="7419"/>
                    <a:pt x="1729" y="8898"/>
                  </a:cubicBezTo>
                  <a:cubicBezTo>
                    <a:pt x="1379" y="10402"/>
                    <a:pt x="1053" y="11905"/>
                    <a:pt x="752" y="13434"/>
                  </a:cubicBezTo>
                  <a:cubicBezTo>
                    <a:pt x="451" y="14938"/>
                    <a:pt x="201" y="16467"/>
                    <a:pt x="0" y="17996"/>
                  </a:cubicBezTo>
                  <a:lnTo>
                    <a:pt x="952" y="13484"/>
                  </a:lnTo>
                  <a:cubicBezTo>
                    <a:pt x="1303" y="11981"/>
                    <a:pt x="1629" y="10477"/>
                    <a:pt x="1980" y="8973"/>
                  </a:cubicBezTo>
                  <a:cubicBezTo>
                    <a:pt x="2331" y="7469"/>
                    <a:pt x="2707" y="5991"/>
                    <a:pt x="3083" y="4487"/>
                  </a:cubicBezTo>
                  <a:lnTo>
                    <a:pt x="4236" y="1"/>
                  </a:ln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74"/>
            <p:cNvSpPr/>
            <p:nvPr/>
          </p:nvSpPr>
          <p:spPr>
            <a:xfrm flipH="1">
              <a:off x="4810023" y="1827948"/>
              <a:ext cx="91847" cy="151667"/>
            </a:xfrm>
            <a:custGeom>
              <a:avLst/>
              <a:gdLst/>
              <a:ahLst/>
              <a:cxnLst/>
              <a:rect l="l" t="t" r="r" b="b"/>
              <a:pathLst>
                <a:path w="6117" h="10101" extrusionOk="0">
                  <a:moveTo>
                    <a:pt x="6116" y="1"/>
                  </a:moveTo>
                  <a:cubicBezTo>
                    <a:pt x="5565" y="803"/>
                    <a:pt x="5013" y="1630"/>
                    <a:pt x="4487" y="2457"/>
                  </a:cubicBezTo>
                  <a:cubicBezTo>
                    <a:pt x="3961" y="3284"/>
                    <a:pt x="3459" y="4136"/>
                    <a:pt x="2933" y="4988"/>
                  </a:cubicBezTo>
                  <a:cubicBezTo>
                    <a:pt x="2457" y="5815"/>
                    <a:pt x="1931" y="6667"/>
                    <a:pt x="1454" y="7520"/>
                  </a:cubicBezTo>
                  <a:cubicBezTo>
                    <a:pt x="953" y="8372"/>
                    <a:pt x="477" y="9224"/>
                    <a:pt x="1" y="10101"/>
                  </a:cubicBezTo>
                  <a:cubicBezTo>
                    <a:pt x="577" y="9299"/>
                    <a:pt x="1104" y="8472"/>
                    <a:pt x="1630" y="7645"/>
                  </a:cubicBezTo>
                  <a:cubicBezTo>
                    <a:pt x="2156" y="6793"/>
                    <a:pt x="2657" y="5966"/>
                    <a:pt x="3184" y="5113"/>
                  </a:cubicBezTo>
                  <a:cubicBezTo>
                    <a:pt x="3685" y="4261"/>
                    <a:pt x="4186" y="3434"/>
                    <a:pt x="4688" y="2582"/>
                  </a:cubicBezTo>
                  <a:cubicBezTo>
                    <a:pt x="5164" y="1730"/>
                    <a:pt x="5665" y="853"/>
                    <a:pt x="6116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74"/>
            <p:cNvSpPr/>
            <p:nvPr/>
          </p:nvSpPr>
          <p:spPr>
            <a:xfrm flipH="1">
              <a:off x="4748686" y="1901706"/>
              <a:ext cx="153934" cy="157703"/>
            </a:xfrm>
            <a:custGeom>
              <a:avLst/>
              <a:gdLst/>
              <a:ahLst/>
              <a:cxnLst/>
              <a:rect l="l" t="t" r="r" b="b"/>
              <a:pathLst>
                <a:path w="10252" h="10503" extrusionOk="0">
                  <a:moveTo>
                    <a:pt x="10251" y="1"/>
                  </a:moveTo>
                  <a:lnTo>
                    <a:pt x="10251" y="1"/>
                  </a:lnTo>
                  <a:cubicBezTo>
                    <a:pt x="9424" y="903"/>
                    <a:pt x="8597" y="1806"/>
                    <a:pt x="7770" y="2708"/>
                  </a:cubicBezTo>
                  <a:cubicBezTo>
                    <a:pt x="6943" y="3585"/>
                    <a:pt x="6091" y="4487"/>
                    <a:pt x="5239" y="5339"/>
                  </a:cubicBezTo>
                  <a:cubicBezTo>
                    <a:pt x="4387" y="6242"/>
                    <a:pt x="3509" y="7094"/>
                    <a:pt x="2657" y="7946"/>
                  </a:cubicBezTo>
                  <a:cubicBezTo>
                    <a:pt x="1780" y="8823"/>
                    <a:pt x="878" y="9650"/>
                    <a:pt x="1" y="10502"/>
                  </a:cubicBezTo>
                  <a:cubicBezTo>
                    <a:pt x="953" y="9750"/>
                    <a:pt x="1880" y="8923"/>
                    <a:pt x="2783" y="8096"/>
                  </a:cubicBezTo>
                  <a:cubicBezTo>
                    <a:pt x="3685" y="7269"/>
                    <a:pt x="4562" y="6417"/>
                    <a:pt x="5439" y="5540"/>
                  </a:cubicBezTo>
                  <a:cubicBezTo>
                    <a:pt x="6291" y="4663"/>
                    <a:pt x="7119" y="3760"/>
                    <a:pt x="7921" y="2833"/>
                  </a:cubicBezTo>
                  <a:cubicBezTo>
                    <a:pt x="8723" y="1906"/>
                    <a:pt x="9525" y="978"/>
                    <a:pt x="10251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74"/>
            <p:cNvSpPr/>
            <p:nvPr/>
          </p:nvSpPr>
          <p:spPr>
            <a:xfrm flipH="1">
              <a:off x="4775042" y="2007839"/>
              <a:ext cx="200961" cy="138123"/>
            </a:xfrm>
            <a:custGeom>
              <a:avLst/>
              <a:gdLst/>
              <a:ahLst/>
              <a:cxnLst/>
              <a:rect l="l" t="t" r="r" b="b"/>
              <a:pathLst>
                <a:path w="13384" h="9199" extrusionOk="0">
                  <a:moveTo>
                    <a:pt x="13384" y="1"/>
                  </a:moveTo>
                  <a:cubicBezTo>
                    <a:pt x="12432" y="978"/>
                    <a:pt x="11429" y="1905"/>
                    <a:pt x="10402" y="2783"/>
                  </a:cubicBezTo>
                  <a:cubicBezTo>
                    <a:pt x="9349" y="3660"/>
                    <a:pt x="8271" y="4512"/>
                    <a:pt x="7143" y="5264"/>
                  </a:cubicBezTo>
                  <a:cubicBezTo>
                    <a:pt x="6041" y="6041"/>
                    <a:pt x="4863" y="6743"/>
                    <a:pt x="3660" y="7394"/>
                  </a:cubicBezTo>
                  <a:cubicBezTo>
                    <a:pt x="2482" y="8046"/>
                    <a:pt x="1254" y="8647"/>
                    <a:pt x="0" y="9199"/>
                  </a:cubicBezTo>
                  <a:cubicBezTo>
                    <a:pt x="1279" y="8748"/>
                    <a:pt x="2557" y="8196"/>
                    <a:pt x="3760" y="7595"/>
                  </a:cubicBezTo>
                  <a:cubicBezTo>
                    <a:pt x="4988" y="6968"/>
                    <a:pt x="6166" y="6266"/>
                    <a:pt x="7294" y="5489"/>
                  </a:cubicBezTo>
                  <a:cubicBezTo>
                    <a:pt x="8422" y="4712"/>
                    <a:pt x="9524" y="3860"/>
                    <a:pt x="10527" y="2958"/>
                  </a:cubicBezTo>
                  <a:cubicBezTo>
                    <a:pt x="11554" y="2031"/>
                    <a:pt x="12507" y="1053"/>
                    <a:pt x="13384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74"/>
            <p:cNvSpPr/>
            <p:nvPr/>
          </p:nvSpPr>
          <p:spPr>
            <a:xfrm flipH="1">
              <a:off x="4782569" y="2115098"/>
              <a:ext cx="263814" cy="190811"/>
            </a:xfrm>
            <a:custGeom>
              <a:avLst/>
              <a:gdLst/>
              <a:ahLst/>
              <a:cxnLst/>
              <a:rect l="l" t="t" r="r" b="b"/>
              <a:pathLst>
                <a:path w="17570" h="12708" extrusionOk="0">
                  <a:moveTo>
                    <a:pt x="17570" y="1"/>
                  </a:moveTo>
                  <a:lnTo>
                    <a:pt x="17570" y="1"/>
                  </a:lnTo>
                  <a:cubicBezTo>
                    <a:pt x="16893" y="602"/>
                    <a:pt x="16216" y="1204"/>
                    <a:pt x="15515" y="1780"/>
                  </a:cubicBezTo>
                  <a:cubicBezTo>
                    <a:pt x="14813" y="2356"/>
                    <a:pt x="14111" y="2933"/>
                    <a:pt x="13409" y="3509"/>
                  </a:cubicBezTo>
                  <a:cubicBezTo>
                    <a:pt x="12006" y="4637"/>
                    <a:pt x="10577" y="5740"/>
                    <a:pt x="9099" y="6793"/>
                  </a:cubicBezTo>
                  <a:cubicBezTo>
                    <a:pt x="7645" y="7870"/>
                    <a:pt x="6141" y="8873"/>
                    <a:pt x="4637" y="9850"/>
                  </a:cubicBezTo>
                  <a:cubicBezTo>
                    <a:pt x="3860" y="10352"/>
                    <a:pt x="3109" y="10828"/>
                    <a:pt x="2332" y="11304"/>
                  </a:cubicBezTo>
                  <a:cubicBezTo>
                    <a:pt x="1555" y="11780"/>
                    <a:pt x="778" y="12256"/>
                    <a:pt x="1" y="12707"/>
                  </a:cubicBezTo>
                  <a:cubicBezTo>
                    <a:pt x="803" y="12306"/>
                    <a:pt x="1605" y="11880"/>
                    <a:pt x="2407" y="11429"/>
                  </a:cubicBezTo>
                  <a:cubicBezTo>
                    <a:pt x="3184" y="10978"/>
                    <a:pt x="3961" y="10502"/>
                    <a:pt x="4738" y="10051"/>
                  </a:cubicBezTo>
                  <a:cubicBezTo>
                    <a:pt x="6291" y="9098"/>
                    <a:pt x="7795" y="8071"/>
                    <a:pt x="9274" y="7018"/>
                  </a:cubicBezTo>
                  <a:cubicBezTo>
                    <a:pt x="10728" y="5940"/>
                    <a:pt x="12156" y="4838"/>
                    <a:pt x="13560" y="3660"/>
                  </a:cubicBezTo>
                  <a:cubicBezTo>
                    <a:pt x="14236" y="3083"/>
                    <a:pt x="14938" y="2482"/>
                    <a:pt x="15590" y="1880"/>
                  </a:cubicBezTo>
                  <a:cubicBezTo>
                    <a:pt x="16266" y="1254"/>
                    <a:pt x="16918" y="627"/>
                    <a:pt x="17570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74"/>
            <p:cNvSpPr/>
            <p:nvPr/>
          </p:nvSpPr>
          <p:spPr>
            <a:xfrm flipH="1">
              <a:off x="4836386" y="2242298"/>
              <a:ext cx="272838" cy="165600"/>
            </a:xfrm>
            <a:custGeom>
              <a:avLst/>
              <a:gdLst/>
              <a:ahLst/>
              <a:cxnLst/>
              <a:rect l="l" t="t" r="r" b="b"/>
              <a:pathLst>
                <a:path w="18171" h="11029" extrusionOk="0">
                  <a:moveTo>
                    <a:pt x="18171" y="1"/>
                  </a:moveTo>
                  <a:lnTo>
                    <a:pt x="18171" y="1"/>
                  </a:lnTo>
                  <a:cubicBezTo>
                    <a:pt x="17444" y="527"/>
                    <a:pt x="16717" y="1028"/>
                    <a:pt x="15965" y="1530"/>
                  </a:cubicBezTo>
                  <a:cubicBezTo>
                    <a:pt x="15238" y="2031"/>
                    <a:pt x="14512" y="2532"/>
                    <a:pt x="13785" y="3008"/>
                  </a:cubicBezTo>
                  <a:cubicBezTo>
                    <a:pt x="12306" y="3986"/>
                    <a:pt x="10802" y="4963"/>
                    <a:pt x="9273" y="5865"/>
                  </a:cubicBezTo>
                  <a:cubicBezTo>
                    <a:pt x="7770" y="6793"/>
                    <a:pt x="6241" y="7670"/>
                    <a:pt x="4687" y="8522"/>
                  </a:cubicBezTo>
                  <a:cubicBezTo>
                    <a:pt x="3910" y="8973"/>
                    <a:pt x="3133" y="9374"/>
                    <a:pt x="2356" y="9800"/>
                  </a:cubicBezTo>
                  <a:cubicBezTo>
                    <a:pt x="1579" y="10226"/>
                    <a:pt x="777" y="10627"/>
                    <a:pt x="0" y="11028"/>
                  </a:cubicBezTo>
                  <a:cubicBezTo>
                    <a:pt x="802" y="10678"/>
                    <a:pt x="1604" y="10302"/>
                    <a:pt x="2406" y="9926"/>
                  </a:cubicBezTo>
                  <a:cubicBezTo>
                    <a:pt x="3208" y="9525"/>
                    <a:pt x="4010" y="9124"/>
                    <a:pt x="4787" y="8723"/>
                  </a:cubicBezTo>
                  <a:cubicBezTo>
                    <a:pt x="6366" y="7896"/>
                    <a:pt x="7895" y="7018"/>
                    <a:pt x="9424" y="6091"/>
                  </a:cubicBezTo>
                  <a:cubicBezTo>
                    <a:pt x="10928" y="5164"/>
                    <a:pt x="12431" y="4211"/>
                    <a:pt x="13885" y="3184"/>
                  </a:cubicBezTo>
                  <a:cubicBezTo>
                    <a:pt x="14612" y="2683"/>
                    <a:pt x="15339" y="2156"/>
                    <a:pt x="16065" y="1630"/>
                  </a:cubicBezTo>
                  <a:cubicBezTo>
                    <a:pt x="16767" y="1104"/>
                    <a:pt x="17469" y="552"/>
                    <a:pt x="18171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74"/>
            <p:cNvSpPr/>
            <p:nvPr/>
          </p:nvSpPr>
          <p:spPr>
            <a:xfrm flipH="1">
              <a:off x="4997453" y="2390956"/>
              <a:ext cx="124564" cy="77537"/>
            </a:xfrm>
            <a:custGeom>
              <a:avLst/>
              <a:gdLst/>
              <a:ahLst/>
              <a:cxnLst/>
              <a:rect l="l" t="t" r="r" b="b"/>
              <a:pathLst>
                <a:path w="8296" h="5164" extrusionOk="0">
                  <a:moveTo>
                    <a:pt x="8296" y="1"/>
                  </a:moveTo>
                  <a:lnTo>
                    <a:pt x="6266" y="1354"/>
                  </a:lnTo>
                  <a:cubicBezTo>
                    <a:pt x="5564" y="1805"/>
                    <a:pt x="4887" y="2256"/>
                    <a:pt x="4186" y="2682"/>
                  </a:cubicBezTo>
                  <a:cubicBezTo>
                    <a:pt x="3509" y="3108"/>
                    <a:pt x="2807" y="3534"/>
                    <a:pt x="2105" y="3935"/>
                  </a:cubicBezTo>
                  <a:lnTo>
                    <a:pt x="0" y="5164"/>
                  </a:lnTo>
                  <a:cubicBezTo>
                    <a:pt x="752" y="4863"/>
                    <a:pt x="1479" y="4512"/>
                    <a:pt x="2206" y="4136"/>
                  </a:cubicBezTo>
                  <a:cubicBezTo>
                    <a:pt x="2932" y="3760"/>
                    <a:pt x="3634" y="3334"/>
                    <a:pt x="4336" y="2908"/>
                  </a:cubicBezTo>
                  <a:cubicBezTo>
                    <a:pt x="5038" y="2457"/>
                    <a:pt x="5714" y="2006"/>
                    <a:pt x="6366" y="1529"/>
                  </a:cubicBezTo>
                  <a:cubicBezTo>
                    <a:pt x="7043" y="1053"/>
                    <a:pt x="7669" y="552"/>
                    <a:pt x="8296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74"/>
            <p:cNvSpPr/>
            <p:nvPr/>
          </p:nvSpPr>
          <p:spPr>
            <a:xfrm flipH="1">
              <a:off x="5089651" y="2653645"/>
              <a:ext cx="145270" cy="99369"/>
            </a:xfrm>
            <a:custGeom>
              <a:avLst/>
              <a:gdLst/>
              <a:ahLst/>
              <a:cxnLst/>
              <a:rect l="l" t="t" r="r" b="b"/>
              <a:pathLst>
                <a:path w="9675" h="6618" extrusionOk="0">
                  <a:moveTo>
                    <a:pt x="9674" y="0"/>
                  </a:moveTo>
                  <a:cubicBezTo>
                    <a:pt x="8847" y="527"/>
                    <a:pt x="8045" y="1078"/>
                    <a:pt x="7243" y="1630"/>
                  </a:cubicBezTo>
                  <a:lnTo>
                    <a:pt x="4812" y="3284"/>
                  </a:lnTo>
                  <a:lnTo>
                    <a:pt x="2406" y="4938"/>
                  </a:lnTo>
                  <a:cubicBezTo>
                    <a:pt x="1604" y="5489"/>
                    <a:pt x="802" y="6041"/>
                    <a:pt x="0" y="6617"/>
                  </a:cubicBezTo>
                  <a:cubicBezTo>
                    <a:pt x="852" y="6141"/>
                    <a:pt x="1705" y="5640"/>
                    <a:pt x="2532" y="5113"/>
                  </a:cubicBezTo>
                  <a:cubicBezTo>
                    <a:pt x="3359" y="4587"/>
                    <a:pt x="4161" y="4061"/>
                    <a:pt x="4988" y="3509"/>
                  </a:cubicBezTo>
                  <a:cubicBezTo>
                    <a:pt x="5790" y="2958"/>
                    <a:pt x="6592" y="2381"/>
                    <a:pt x="7369" y="1805"/>
                  </a:cubicBezTo>
                  <a:cubicBezTo>
                    <a:pt x="8146" y="1229"/>
                    <a:pt x="8923" y="627"/>
                    <a:pt x="9674" y="0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74"/>
            <p:cNvSpPr/>
            <p:nvPr/>
          </p:nvSpPr>
          <p:spPr>
            <a:xfrm flipH="1">
              <a:off x="5126906" y="2734175"/>
              <a:ext cx="147162" cy="111411"/>
            </a:xfrm>
            <a:custGeom>
              <a:avLst/>
              <a:gdLst/>
              <a:ahLst/>
              <a:cxnLst/>
              <a:rect l="l" t="t" r="r" b="b"/>
              <a:pathLst>
                <a:path w="9801" h="7420" extrusionOk="0">
                  <a:moveTo>
                    <a:pt x="9800" y="1"/>
                  </a:moveTo>
                  <a:lnTo>
                    <a:pt x="7369" y="1881"/>
                  </a:lnTo>
                  <a:cubicBezTo>
                    <a:pt x="6567" y="2482"/>
                    <a:pt x="5740" y="3134"/>
                    <a:pt x="4938" y="3735"/>
                  </a:cubicBezTo>
                  <a:cubicBezTo>
                    <a:pt x="4111" y="4362"/>
                    <a:pt x="3284" y="4963"/>
                    <a:pt x="2482" y="5590"/>
                  </a:cubicBezTo>
                  <a:lnTo>
                    <a:pt x="1" y="7419"/>
                  </a:lnTo>
                  <a:cubicBezTo>
                    <a:pt x="878" y="6893"/>
                    <a:pt x="1755" y="6317"/>
                    <a:pt x="2607" y="5740"/>
                  </a:cubicBezTo>
                  <a:cubicBezTo>
                    <a:pt x="3434" y="5164"/>
                    <a:pt x="4261" y="4562"/>
                    <a:pt x="5088" y="3961"/>
                  </a:cubicBezTo>
                  <a:cubicBezTo>
                    <a:pt x="5916" y="3334"/>
                    <a:pt x="6718" y="2683"/>
                    <a:pt x="7495" y="2031"/>
                  </a:cubicBezTo>
                  <a:cubicBezTo>
                    <a:pt x="8297" y="1379"/>
                    <a:pt x="9073" y="703"/>
                    <a:pt x="9800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74"/>
            <p:cNvSpPr/>
            <p:nvPr/>
          </p:nvSpPr>
          <p:spPr>
            <a:xfrm flipH="1">
              <a:off x="5151743" y="2804180"/>
              <a:ext cx="157327" cy="131727"/>
            </a:xfrm>
            <a:custGeom>
              <a:avLst/>
              <a:gdLst/>
              <a:ahLst/>
              <a:cxnLst/>
              <a:rect l="l" t="t" r="r" b="b"/>
              <a:pathLst>
                <a:path w="10478" h="8773" extrusionOk="0">
                  <a:moveTo>
                    <a:pt x="10477" y="1"/>
                  </a:moveTo>
                  <a:lnTo>
                    <a:pt x="10477" y="1"/>
                  </a:lnTo>
                  <a:cubicBezTo>
                    <a:pt x="9575" y="677"/>
                    <a:pt x="8673" y="1404"/>
                    <a:pt x="7795" y="2106"/>
                  </a:cubicBezTo>
                  <a:cubicBezTo>
                    <a:pt x="6893" y="2833"/>
                    <a:pt x="6016" y="3559"/>
                    <a:pt x="5139" y="4286"/>
                  </a:cubicBezTo>
                  <a:cubicBezTo>
                    <a:pt x="4287" y="5013"/>
                    <a:pt x="3409" y="5740"/>
                    <a:pt x="2532" y="6492"/>
                  </a:cubicBezTo>
                  <a:cubicBezTo>
                    <a:pt x="1680" y="7244"/>
                    <a:pt x="828" y="7996"/>
                    <a:pt x="1" y="8773"/>
                  </a:cubicBezTo>
                  <a:cubicBezTo>
                    <a:pt x="903" y="8071"/>
                    <a:pt x="1780" y="7369"/>
                    <a:pt x="2683" y="6667"/>
                  </a:cubicBezTo>
                  <a:cubicBezTo>
                    <a:pt x="3560" y="5940"/>
                    <a:pt x="4437" y="5214"/>
                    <a:pt x="5314" y="4487"/>
                  </a:cubicBezTo>
                  <a:cubicBezTo>
                    <a:pt x="6191" y="3760"/>
                    <a:pt x="7069" y="3008"/>
                    <a:pt x="7921" y="2281"/>
                  </a:cubicBezTo>
                  <a:cubicBezTo>
                    <a:pt x="8773" y="1529"/>
                    <a:pt x="9650" y="778"/>
                    <a:pt x="10477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74"/>
            <p:cNvSpPr/>
            <p:nvPr/>
          </p:nvSpPr>
          <p:spPr>
            <a:xfrm flipH="1">
              <a:off x="5220242" y="2985948"/>
              <a:ext cx="111396" cy="106892"/>
            </a:xfrm>
            <a:custGeom>
              <a:avLst/>
              <a:gdLst/>
              <a:ahLst/>
              <a:cxnLst/>
              <a:rect l="l" t="t" r="r" b="b"/>
              <a:pathLst>
                <a:path w="7419" h="7119" extrusionOk="0">
                  <a:moveTo>
                    <a:pt x="7419" y="1"/>
                  </a:moveTo>
                  <a:cubicBezTo>
                    <a:pt x="6767" y="552"/>
                    <a:pt x="6115" y="1129"/>
                    <a:pt x="5489" y="1705"/>
                  </a:cubicBezTo>
                  <a:cubicBezTo>
                    <a:pt x="4862" y="2282"/>
                    <a:pt x="4236" y="2858"/>
                    <a:pt x="3609" y="3460"/>
                  </a:cubicBezTo>
                  <a:cubicBezTo>
                    <a:pt x="3008" y="4061"/>
                    <a:pt x="2381" y="4638"/>
                    <a:pt x="1780" y="5264"/>
                  </a:cubicBezTo>
                  <a:cubicBezTo>
                    <a:pt x="1178" y="5866"/>
                    <a:pt x="577" y="6467"/>
                    <a:pt x="0" y="7119"/>
                  </a:cubicBezTo>
                  <a:cubicBezTo>
                    <a:pt x="652" y="6567"/>
                    <a:pt x="1303" y="5991"/>
                    <a:pt x="1930" y="5414"/>
                  </a:cubicBezTo>
                  <a:cubicBezTo>
                    <a:pt x="2557" y="4838"/>
                    <a:pt x="3183" y="4236"/>
                    <a:pt x="3810" y="3660"/>
                  </a:cubicBezTo>
                  <a:cubicBezTo>
                    <a:pt x="4411" y="3059"/>
                    <a:pt x="5038" y="2457"/>
                    <a:pt x="5639" y="1856"/>
                  </a:cubicBezTo>
                  <a:cubicBezTo>
                    <a:pt x="6241" y="1229"/>
                    <a:pt x="6842" y="627"/>
                    <a:pt x="7419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74"/>
            <p:cNvSpPr/>
            <p:nvPr/>
          </p:nvSpPr>
          <p:spPr>
            <a:xfrm flipH="1">
              <a:off x="5272165" y="3084933"/>
              <a:ext cx="66261" cy="67748"/>
            </a:xfrm>
            <a:custGeom>
              <a:avLst/>
              <a:gdLst/>
              <a:ahLst/>
              <a:cxnLst/>
              <a:rect l="l" t="t" r="r" b="b"/>
              <a:pathLst>
                <a:path w="4413" h="4512" extrusionOk="0">
                  <a:moveTo>
                    <a:pt x="4412" y="0"/>
                  </a:moveTo>
                  <a:lnTo>
                    <a:pt x="4412" y="0"/>
                  </a:lnTo>
                  <a:cubicBezTo>
                    <a:pt x="4011" y="351"/>
                    <a:pt x="3610" y="702"/>
                    <a:pt x="3234" y="1053"/>
                  </a:cubicBezTo>
                  <a:cubicBezTo>
                    <a:pt x="2858" y="1429"/>
                    <a:pt x="2482" y="1805"/>
                    <a:pt x="2106" y="2156"/>
                  </a:cubicBezTo>
                  <a:cubicBezTo>
                    <a:pt x="1755" y="2557"/>
                    <a:pt x="1379" y="2933"/>
                    <a:pt x="1029" y="3309"/>
                  </a:cubicBezTo>
                  <a:cubicBezTo>
                    <a:pt x="678" y="3710"/>
                    <a:pt x="327" y="4111"/>
                    <a:pt x="1" y="4512"/>
                  </a:cubicBezTo>
                  <a:cubicBezTo>
                    <a:pt x="402" y="4186"/>
                    <a:pt x="803" y="3835"/>
                    <a:pt x="1179" y="3459"/>
                  </a:cubicBezTo>
                  <a:cubicBezTo>
                    <a:pt x="1555" y="3108"/>
                    <a:pt x="1931" y="2732"/>
                    <a:pt x="2307" y="2356"/>
                  </a:cubicBezTo>
                  <a:cubicBezTo>
                    <a:pt x="2658" y="1980"/>
                    <a:pt x="3034" y="1604"/>
                    <a:pt x="3384" y="1203"/>
                  </a:cubicBezTo>
                  <a:cubicBezTo>
                    <a:pt x="3735" y="827"/>
                    <a:pt x="4086" y="426"/>
                    <a:pt x="4412" y="0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74"/>
            <p:cNvSpPr/>
            <p:nvPr/>
          </p:nvSpPr>
          <p:spPr>
            <a:xfrm flipH="1">
              <a:off x="5181476" y="3093582"/>
              <a:ext cx="183663" cy="168994"/>
            </a:xfrm>
            <a:custGeom>
              <a:avLst/>
              <a:gdLst/>
              <a:ahLst/>
              <a:cxnLst/>
              <a:rect l="l" t="t" r="r" b="b"/>
              <a:pathLst>
                <a:path w="12232" h="11255" extrusionOk="0">
                  <a:moveTo>
                    <a:pt x="12231" y="1"/>
                  </a:moveTo>
                  <a:cubicBezTo>
                    <a:pt x="11179" y="903"/>
                    <a:pt x="10126" y="1805"/>
                    <a:pt x="9098" y="2733"/>
                  </a:cubicBezTo>
                  <a:lnTo>
                    <a:pt x="6016" y="5540"/>
                  </a:lnTo>
                  <a:lnTo>
                    <a:pt x="2983" y="8372"/>
                  </a:lnTo>
                  <a:cubicBezTo>
                    <a:pt x="1980" y="9324"/>
                    <a:pt x="978" y="10277"/>
                    <a:pt x="1" y="11254"/>
                  </a:cubicBezTo>
                  <a:cubicBezTo>
                    <a:pt x="1053" y="10352"/>
                    <a:pt x="2081" y="9450"/>
                    <a:pt x="3133" y="8522"/>
                  </a:cubicBezTo>
                  <a:lnTo>
                    <a:pt x="6216" y="5740"/>
                  </a:lnTo>
                  <a:lnTo>
                    <a:pt x="9249" y="2883"/>
                  </a:lnTo>
                  <a:cubicBezTo>
                    <a:pt x="10251" y="1931"/>
                    <a:pt x="11254" y="978"/>
                    <a:pt x="12231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74"/>
            <p:cNvSpPr/>
            <p:nvPr/>
          </p:nvSpPr>
          <p:spPr>
            <a:xfrm flipH="1">
              <a:off x="5311688" y="3313746"/>
              <a:ext cx="86952" cy="74144"/>
            </a:xfrm>
            <a:custGeom>
              <a:avLst/>
              <a:gdLst/>
              <a:ahLst/>
              <a:cxnLst/>
              <a:rect l="l" t="t" r="r" b="b"/>
              <a:pathLst>
                <a:path w="5791" h="4938" extrusionOk="0">
                  <a:moveTo>
                    <a:pt x="5790" y="1"/>
                  </a:moveTo>
                  <a:cubicBezTo>
                    <a:pt x="5314" y="402"/>
                    <a:pt x="4838" y="828"/>
                    <a:pt x="4337" y="1229"/>
                  </a:cubicBezTo>
                  <a:lnTo>
                    <a:pt x="2883" y="2457"/>
                  </a:lnTo>
                  <a:cubicBezTo>
                    <a:pt x="2432" y="2883"/>
                    <a:pt x="1931" y="3284"/>
                    <a:pt x="1455" y="3685"/>
                  </a:cubicBezTo>
                  <a:cubicBezTo>
                    <a:pt x="978" y="4111"/>
                    <a:pt x="477" y="4512"/>
                    <a:pt x="1" y="4938"/>
                  </a:cubicBezTo>
                  <a:cubicBezTo>
                    <a:pt x="552" y="4612"/>
                    <a:pt x="1079" y="4236"/>
                    <a:pt x="1580" y="3860"/>
                  </a:cubicBezTo>
                  <a:cubicBezTo>
                    <a:pt x="2081" y="3484"/>
                    <a:pt x="2582" y="3083"/>
                    <a:pt x="3084" y="2682"/>
                  </a:cubicBezTo>
                  <a:cubicBezTo>
                    <a:pt x="3560" y="2256"/>
                    <a:pt x="4036" y="1830"/>
                    <a:pt x="4487" y="1379"/>
                  </a:cubicBezTo>
                  <a:cubicBezTo>
                    <a:pt x="4938" y="953"/>
                    <a:pt x="5389" y="477"/>
                    <a:pt x="5790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74"/>
            <p:cNvSpPr/>
            <p:nvPr/>
          </p:nvSpPr>
          <p:spPr>
            <a:xfrm flipH="1">
              <a:off x="5210831" y="3285140"/>
              <a:ext cx="171997" cy="133618"/>
            </a:xfrm>
            <a:custGeom>
              <a:avLst/>
              <a:gdLst/>
              <a:ahLst/>
              <a:cxnLst/>
              <a:rect l="l" t="t" r="r" b="b"/>
              <a:pathLst>
                <a:path w="11455" h="8899" extrusionOk="0">
                  <a:moveTo>
                    <a:pt x="11454" y="1"/>
                  </a:moveTo>
                  <a:lnTo>
                    <a:pt x="11454" y="1"/>
                  </a:lnTo>
                  <a:cubicBezTo>
                    <a:pt x="10527" y="778"/>
                    <a:pt x="9600" y="1555"/>
                    <a:pt x="8672" y="2332"/>
                  </a:cubicBezTo>
                  <a:cubicBezTo>
                    <a:pt x="7745" y="3084"/>
                    <a:pt x="6793" y="3860"/>
                    <a:pt x="5840" y="4587"/>
                  </a:cubicBezTo>
                  <a:cubicBezTo>
                    <a:pt x="4888" y="5339"/>
                    <a:pt x="3910" y="6066"/>
                    <a:pt x="2958" y="6768"/>
                  </a:cubicBezTo>
                  <a:cubicBezTo>
                    <a:pt x="1981" y="7495"/>
                    <a:pt x="1003" y="8196"/>
                    <a:pt x="1" y="8898"/>
                  </a:cubicBezTo>
                  <a:cubicBezTo>
                    <a:pt x="1053" y="8297"/>
                    <a:pt x="2081" y="7645"/>
                    <a:pt x="3083" y="6943"/>
                  </a:cubicBezTo>
                  <a:cubicBezTo>
                    <a:pt x="4086" y="6267"/>
                    <a:pt x="5038" y="5540"/>
                    <a:pt x="6016" y="4813"/>
                  </a:cubicBezTo>
                  <a:cubicBezTo>
                    <a:pt x="6968" y="4061"/>
                    <a:pt x="7895" y="3284"/>
                    <a:pt x="8798" y="2482"/>
                  </a:cubicBezTo>
                  <a:cubicBezTo>
                    <a:pt x="9725" y="1680"/>
                    <a:pt x="10602" y="853"/>
                    <a:pt x="11454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74"/>
            <p:cNvSpPr/>
            <p:nvPr/>
          </p:nvSpPr>
          <p:spPr>
            <a:xfrm flipH="1">
              <a:off x="5320348" y="2555035"/>
              <a:ext cx="25976" cy="155435"/>
            </a:xfrm>
            <a:custGeom>
              <a:avLst/>
              <a:gdLst/>
              <a:ahLst/>
              <a:cxnLst/>
              <a:rect l="l" t="t" r="r" b="b"/>
              <a:pathLst>
                <a:path w="1730" h="10352" extrusionOk="0">
                  <a:moveTo>
                    <a:pt x="1" y="1"/>
                  </a:moveTo>
                  <a:cubicBezTo>
                    <a:pt x="1" y="878"/>
                    <a:pt x="51" y="1755"/>
                    <a:pt x="126" y="2633"/>
                  </a:cubicBezTo>
                  <a:cubicBezTo>
                    <a:pt x="201" y="3510"/>
                    <a:pt x="326" y="4362"/>
                    <a:pt x="452" y="5239"/>
                  </a:cubicBezTo>
                  <a:cubicBezTo>
                    <a:pt x="602" y="6116"/>
                    <a:pt x="778" y="6968"/>
                    <a:pt x="978" y="7821"/>
                  </a:cubicBezTo>
                  <a:cubicBezTo>
                    <a:pt x="1204" y="8673"/>
                    <a:pt x="1454" y="9525"/>
                    <a:pt x="1730" y="10352"/>
                  </a:cubicBezTo>
                  <a:cubicBezTo>
                    <a:pt x="1555" y="9475"/>
                    <a:pt x="1354" y="8623"/>
                    <a:pt x="1204" y="7770"/>
                  </a:cubicBezTo>
                  <a:cubicBezTo>
                    <a:pt x="1028" y="6918"/>
                    <a:pt x="853" y="6066"/>
                    <a:pt x="727" y="5189"/>
                  </a:cubicBezTo>
                  <a:cubicBezTo>
                    <a:pt x="577" y="4337"/>
                    <a:pt x="452" y="3460"/>
                    <a:pt x="326" y="2608"/>
                  </a:cubicBezTo>
                  <a:cubicBezTo>
                    <a:pt x="201" y="1730"/>
                    <a:pt x="101" y="878"/>
                    <a:pt x="1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74"/>
            <p:cNvSpPr/>
            <p:nvPr/>
          </p:nvSpPr>
          <p:spPr>
            <a:xfrm flipH="1">
              <a:off x="5387711" y="2693542"/>
              <a:ext cx="54955" cy="184399"/>
            </a:xfrm>
            <a:custGeom>
              <a:avLst/>
              <a:gdLst/>
              <a:ahLst/>
              <a:cxnLst/>
              <a:rect l="l" t="t" r="r" b="b"/>
              <a:pathLst>
                <a:path w="3660" h="12281" extrusionOk="0">
                  <a:moveTo>
                    <a:pt x="1" y="0"/>
                  </a:moveTo>
                  <a:cubicBezTo>
                    <a:pt x="126" y="1053"/>
                    <a:pt x="276" y="2130"/>
                    <a:pt x="452" y="3183"/>
                  </a:cubicBezTo>
                  <a:cubicBezTo>
                    <a:pt x="652" y="4236"/>
                    <a:pt x="878" y="5288"/>
                    <a:pt x="1153" y="6341"/>
                  </a:cubicBezTo>
                  <a:cubicBezTo>
                    <a:pt x="1429" y="7394"/>
                    <a:pt x="1755" y="8421"/>
                    <a:pt x="2156" y="9424"/>
                  </a:cubicBezTo>
                  <a:cubicBezTo>
                    <a:pt x="2582" y="10401"/>
                    <a:pt x="3058" y="11379"/>
                    <a:pt x="3660" y="12281"/>
                  </a:cubicBezTo>
                  <a:cubicBezTo>
                    <a:pt x="3159" y="11328"/>
                    <a:pt x="2732" y="10351"/>
                    <a:pt x="2356" y="9323"/>
                  </a:cubicBezTo>
                  <a:cubicBezTo>
                    <a:pt x="2006" y="8321"/>
                    <a:pt x="1680" y="7318"/>
                    <a:pt x="1404" y="6266"/>
                  </a:cubicBezTo>
                  <a:cubicBezTo>
                    <a:pt x="1128" y="5238"/>
                    <a:pt x="903" y="4186"/>
                    <a:pt x="677" y="313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74"/>
            <p:cNvSpPr/>
            <p:nvPr/>
          </p:nvSpPr>
          <p:spPr>
            <a:xfrm flipH="1">
              <a:off x="5450928" y="2670207"/>
              <a:ext cx="48183" cy="331546"/>
            </a:xfrm>
            <a:custGeom>
              <a:avLst/>
              <a:gdLst/>
              <a:ahLst/>
              <a:cxnLst/>
              <a:rect l="l" t="t" r="r" b="b"/>
              <a:pathLst>
                <a:path w="3209" h="22081" extrusionOk="0">
                  <a:moveTo>
                    <a:pt x="602" y="0"/>
                  </a:moveTo>
                  <a:lnTo>
                    <a:pt x="401" y="1404"/>
                  </a:lnTo>
                  <a:lnTo>
                    <a:pt x="226" y="2782"/>
                  </a:lnTo>
                  <a:lnTo>
                    <a:pt x="125" y="4186"/>
                  </a:lnTo>
                  <a:lnTo>
                    <a:pt x="50" y="5589"/>
                  </a:lnTo>
                  <a:cubicBezTo>
                    <a:pt x="0" y="7469"/>
                    <a:pt x="100" y="9349"/>
                    <a:pt x="301" y="11228"/>
                  </a:cubicBezTo>
                  <a:cubicBezTo>
                    <a:pt x="526" y="13083"/>
                    <a:pt x="877" y="14938"/>
                    <a:pt x="1354" y="16767"/>
                  </a:cubicBezTo>
                  <a:lnTo>
                    <a:pt x="1755" y="18121"/>
                  </a:lnTo>
                  <a:lnTo>
                    <a:pt x="2181" y="19449"/>
                  </a:lnTo>
                  <a:lnTo>
                    <a:pt x="2657" y="20777"/>
                  </a:lnTo>
                  <a:lnTo>
                    <a:pt x="3208" y="22081"/>
                  </a:lnTo>
                  <a:lnTo>
                    <a:pt x="2732" y="20752"/>
                  </a:lnTo>
                  <a:lnTo>
                    <a:pt x="2306" y="19424"/>
                  </a:lnTo>
                  <a:lnTo>
                    <a:pt x="1905" y="18070"/>
                  </a:lnTo>
                  <a:lnTo>
                    <a:pt x="1579" y="16717"/>
                  </a:lnTo>
                  <a:cubicBezTo>
                    <a:pt x="1128" y="14888"/>
                    <a:pt x="777" y="13058"/>
                    <a:pt x="577" y="11203"/>
                  </a:cubicBezTo>
                  <a:cubicBezTo>
                    <a:pt x="351" y="9349"/>
                    <a:pt x="251" y="7469"/>
                    <a:pt x="251" y="5614"/>
                  </a:cubicBezTo>
                  <a:lnTo>
                    <a:pt x="276" y="4211"/>
                  </a:lnTo>
                  <a:lnTo>
                    <a:pt x="351" y="2807"/>
                  </a:lnTo>
                  <a:lnTo>
                    <a:pt x="451" y="1404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74"/>
            <p:cNvSpPr/>
            <p:nvPr/>
          </p:nvSpPr>
          <p:spPr>
            <a:xfrm flipH="1">
              <a:off x="5476529" y="3051808"/>
              <a:ext cx="43664" cy="113288"/>
            </a:xfrm>
            <a:custGeom>
              <a:avLst/>
              <a:gdLst/>
              <a:ahLst/>
              <a:cxnLst/>
              <a:rect l="l" t="t" r="r" b="b"/>
              <a:pathLst>
                <a:path w="2908" h="7545" extrusionOk="0">
                  <a:moveTo>
                    <a:pt x="1" y="1"/>
                  </a:moveTo>
                  <a:lnTo>
                    <a:pt x="1" y="1"/>
                  </a:lnTo>
                  <a:cubicBezTo>
                    <a:pt x="101" y="653"/>
                    <a:pt x="251" y="1329"/>
                    <a:pt x="427" y="1981"/>
                  </a:cubicBezTo>
                  <a:cubicBezTo>
                    <a:pt x="602" y="2632"/>
                    <a:pt x="828" y="3284"/>
                    <a:pt x="1053" y="3911"/>
                  </a:cubicBezTo>
                  <a:cubicBezTo>
                    <a:pt x="1329" y="4537"/>
                    <a:pt x="1580" y="5164"/>
                    <a:pt x="1880" y="5790"/>
                  </a:cubicBezTo>
                  <a:cubicBezTo>
                    <a:pt x="2206" y="6392"/>
                    <a:pt x="2532" y="6993"/>
                    <a:pt x="2908" y="7545"/>
                  </a:cubicBezTo>
                  <a:cubicBezTo>
                    <a:pt x="2632" y="6918"/>
                    <a:pt x="2357" y="6317"/>
                    <a:pt x="2081" y="5690"/>
                  </a:cubicBezTo>
                  <a:cubicBezTo>
                    <a:pt x="1830" y="5064"/>
                    <a:pt x="1555" y="4462"/>
                    <a:pt x="1329" y="3810"/>
                  </a:cubicBezTo>
                  <a:cubicBezTo>
                    <a:pt x="1078" y="3184"/>
                    <a:pt x="853" y="2557"/>
                    <a:pt x="627" y="1931"/>
                  </a:cubicBezTo>
                  <a:cubicBezTo>
                    <a:pt x="402" y="1279"/>
                    <a:pt x="201" y="627"/>
                    <a:pt x="1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74"/>
            <p:cNvSpPr/>
            <p:nvPr/>
          </p:nvSpPr>
          <p:spPr>
            <a:xfrm flipH="1">
              <a:off x="5478410" y="3080037"/>
              <a:ext cx="114790" cy="206621"/>
            </a:xfrm>
            <a:custGeom>
              <a:avLst/>
              <a:gdLst/>
              <a:ahLst/>
              <a:cxnLst/>
              <a:rect l="l" t="t" r="r" b="b"/>
              <a:pathLst>
                <a:path w="7645" h="13761" extrusionOk="0">
                  <a:moveTo>
                    <a:pt x="0" y="1"/>
                  </a:moveTo>
                  <a:lnTo>
                    <a:pt x="0" y="1"/>
                  </a:lnTo>
                  <a:cubicBezTo>
                    <a:pt x="201" y="1304"/>
                    <a:pt x="552" y="2607"/>
                    <a:pt x="1003" y="3860"/>
                  </a:cubicBezTo>
                  <a:cubicBezTo>
                    <a:pt x="1454" y="5138"/>
                    <a:pt x="2031" y="6341"/>
                    <a:pt x="2682" y="7519"/>
                  </a:cubicBezTo>
                  <a:cubicBezTo>
                    <a:pt x="3334" y="8672"/>
                    <a:pt x="4061" y="9800"/>
                    <a:pt x="4913" y="10853"/>
                  </a:cubicBezTo>
                  <a:cubicBezTo>
                    <a:pt x="5740" y="11905"/>
                    <a:pt x="6642" y="12883"/>
                    <a:pt x="7645" y="13760"/>
                  </a:cubicBezTo>
                  <a:cubicBezTo>
                    <a:pt x="6742" y="12808"/>
                    <a:pt x="5865" y="11780"/>
                    <a:pt x="5063" y="10727"/>
                  </a:cubicBezTo>
                  <a:cubicBezTo>
                    <a:pt x="4286" y="9650"/>
                    <a:pt x="3534" y="8547"/>
                    <a:pt x="2908" y="7394"/>
                  </a:cubicBezTo>
                  <a:cubicBezTo>
                    <a:pt x="2256" y="6241"/>
                    <a:pt x="1705" y="5038"/>
                    <a:pt x="1203" y="3785"/>
                  </a:cubicBezTo>
                  <a:cubicBezTo>
                    <a:pt x="727" y="2557"/>
                    <a:pt x="326" y="1279"/>
                    <a:pt x="0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74"/>
            <p:cNvSpPr/>
            <p:nvPr/>
          </p:nvSpPr>
          <p:spPr>
            <a:xfrm flipH="1">
              <a:off x="5517165" y="3277993"/>
              <a:ext cx="91471" cy="120811"/>
            </a:xfrm>
            <a:custGeom>
              <a:avLst/>
              <a:gdLst/>
              <a:ahLst/>
              <a:cxnLst/>
              <a:rect l="l" t="t" r="r" b="b"/>
              <a:pathLst>
                <a:path w="6092" h="8046" extrusionOk="0">
                  <a:moveTo>
                    <a:pt x="1" y="1"/>
                  </a:moveTo>
                  <a:lnTo>
                    <a:pt x="1" y="1"/>
                  </a:lnTo>
                  <a:cubicBezTo>
                    <a:pt x="302" y="778"/>
                    <a:pt x="678" y="1555"/>
                    <a:pt x="1104" y="2281"/>
                  </a:cubicBezTo>
                  <a:cubicBezTo>
                    <a:pt x="1530" y="3033"/>
                    <a:pt x="2006" y="3735"/>
                    <a:pt x="2532" y="4412"/>
                  </a:cubicBezTo>
                  <a:cubicBezTo>
                    <a:pt x="3059" y="5088"/>
                    <a:pt x="3585" y="5740"/>
                    <a:pt x="4186" y="6367"/>
                  </a:cubicBezTo>
                  <a:cubicBezTo>
                    <a:pt x="4788" y="6968"/>
                    <a:pt x="5414" y="7545"/>
                    <a:pt x="6091" y="8046"/>
                  </a:cubicBezTo>
                  <a:cubicBezTo>
                    <a:pt x="5490" y="7444"/>
                    <a:pt x="4913" y="6843"/>
                    <a:pt x="4337" y="6216"/>
                  </a:cubicBezTo>
                  <a:cubicBezTo>
                    <a:pt x="3785" y="5590"/>
                    <a:pt x="3234" y="4938"/>
                    <a:pt x="2733" y="4261"/>
                  </a:cubicBezTo>
                  <a:cubicBezTo>
                    <a:pt x="2231" y="3585"/>
                    <a:pt x="1755" y="2883"/>
                    <a:pt x="1304" y="2181"/>
                  </a:cubicBezTo>
                  <a:cubicBezTo>
                    <a:pt x="828" y="1479"/>
                    <a:pt x="402" y="727"/>
                    <a:pt x="1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74"/>
            <p:cNvSpPr/>
            <p:nvPr/>
          </p:nvSpPr>
          <p:spPr>
            <a:xfrm flipH="1">
              <a:off x="5306037" y="3434924"/>
              <a:ext cx="766" cy="766"/>
            </a:xfrm>
            <a:custGeom>
              <a:avLst/>
              <a:gdLst/>
              <a:ahLst/>
              <a:cxnLst/>
              <a:rect l="l" t="t" r="r" b="b"/>
              <a:pathLst>
                <a:path w="51" h="51" extrusionOk="0">
                  <a:moveTo>
                    <a:pt x="0" y="51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lose/>
                  <a:moveTo>
                    <a:pt x="0" y="51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lose/>
                  <a:moveTo>
                    <a:pt x="25" y="26"/>
                  </a:moveTo>
                  <a:lnTo>
                    <a:pt x="25" y="26"/>
                  </a:lnTo>
                  <a:lnTo>
                    <a:pt x="25" y="26"/>
                  </a:lnTo>
                  <a:close/>
                  <a:moveTo>
                    <a:pt x="25" y="26"/>
                  </a:moveTo>
                  <a:cubicBezTo>
                    <a:pt x="25" y="26"/>
                    <a:pt x="25" y="26"/>
                    <a:pt x="25" y="26"/>
                  </a:cubicBezTo>
                  <a:cubicBezTo>
                    <a:pt x="25" y="26"/>
                    <a:pt x="25" y="26"/>
                    <a:pt x="25" y="26"/>
                  </a:cubicBezTo>
                  <a:close/>
                  <a:moveTo>
                    <a:pt x="50" y="1"/>
                  </a:moveTo>
                  <a:cubicBezTo>
                    <a:pt x="50" y="1"/>
                    <a:pt x="50" y="1"/>
                    <a:pt x="50" y="1"/>
                  </a:cubicBezTo>
                  <a:cubicBezTo>
                    <a:pt x="50" y="1"/>
                    <a:pt x="50" y="1"/>
                    <a:pt x="50" y="1"/>
                  </a:cubicBezTo>
                  <a:close/>
                  <a:moveTo>
                    <a:pt x="50" y="1"/>
                  </a:moveTo>
                  <a:lnTo>
                    <a:pt x="50" y="1"/>
                  </a:lnTo>
                  <a:lnTo>
                    <a:pt x="50" y="1"/>
                  </a:lnTo>
                  <a:close/>
                </a:path>
              </a:pathLst>
            </a:custGeom>
            <a:solidFill>
              <a:srgbClr val="586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74"/>
            <p:cNvSpPr/>
            <p:nvPr/>
          </p:nvSpPr>
          <p:spPr>
            <a:xfrm flipH="1">
              <a:off x="4685503" y="1763589"/>
              <a:ext cx="727432" cy="1735974"/>
            </a:xfrm>
            <a:custGeom>
              <a:avLst/>
              <a:gdLst/>
              <a:ahLst/>
              <a:cxnLst/>
              <a:rect l="l" t="t" r="r" b="b"/>
              <a:pathLst>
                <a:path w="48447" h="115616" extrusionOk="0">
                  <a:moveTo>
                    <a:pt x="44462" y="1"/>
                  </a:moveTo>
                  <a:lnTo>
                    <a:pt x="44462" y="1"/>
                  </a:lnTo>
                  <a:cubicBezTo>
                    <a:pt x="45615" y="5615"/>
                    <a:pt x="44713" y="11630"/>
                    <a:pt x="42607" y="17019"/>
                  </a:cubicBezTo>
                  <a:cubicBezTo>
                    <a:pt x="41129" y="20828"/>
                    <a:pt x="39073" y="24362"/>
                    <a:pt x="36793" y="27745"/>
                  </a:cubicBezTo>
                  <a:cubicBezTo>
                    <a:pt x="37144" y="27470"/>
                    <a:pt x="37469" y="27194"/>
                    <a:pt x="37820" y="26918"/>
                  </a:cubicBezTo>
                  <a:cubicBezTo>
                    <a:pt x="38522" y="26342"/>
                    <a:pt x="39224" y="25765"/>
                    <a:pt x="39926" y="25189"/>
                  </a:cubicBezTo>
                  <a:cubicBezTo>
                    <a:pt x="40627" y="24613"/>
                    <a:pt x="41304" y="24011"/>
                    <a:pt x="41981" y="23410"/>
                  </a:cubicBezTo>
                  <a:lnTo>
                    <a:pt x="41981" y="23410"/>
                  </a:lnTo>
                  <a:cubicBezTo>
                    <a:pt x="41329" y="24036"/>
                    <a:pt x="40677" y="24663"/>
                    <a:pt x="40001" y="25289"/>
                  </a:cubicBezTo>
                  <a:cubicBezTo>
                    <a:pt x="39349" y="25891"/>
                    <a:pt x="38647" y="26492"/>
                    <a:pt x="37971" y="27069"/>
                  </a:cubicBezTo>
                  <a:cubicBezTo>
                    <a:pt x="37419" y="27520"/>
                    <a:pt x="36868" y="27971"/>
                    <a:pt x="36317" y="28422"/>
                  </a:cubicBezTo>
                  <a:cubicBezTo>
                    <a:pt x="34637" y="30828"/>
                    <a:pt x="32858" y="33159"/>
                    <a:pt x="31028" y="35440"/>
                  </a:cubicBezTo>
                  <a:cubicBezTo>
                    <a:pt x="30327" y="36342"/>
                    <a:pt x="29600" y="37219"/>
                    <a:pt x="28898" y="38121"/>
                  </a:cubicBezTo>
                  <a:cubicBezTo>
                    <a:pt x="29098" y="37996"/>
                    <a:pt x="29299" y="37871"/>
                    <a:pt x="29499" y="37745"/>
                  </a:cubicBezTo>
                  <a:cubicBezTo>
                    <a:pt x="31028" y="36843"/>
                    <a:pt x="32532" y="35866"/>
                    <a:pt x="34011" y="34888"/>
                  </a:cubicBezTo>
                  <a:cubicBezTo>
                    <a:pt x="34738" y="34412"/>
                    <a:pt x="35464" y="33911"/>
                    <a:pt x="36191" y="33410"/>
                  </a:cubicBezTo>
                  <a:cubicBezTo>
                    <a:pt x="36943" y="32908"/>
                    <a:pt x="37670" y="32407"/>
                    <a:pt x="38397" y="31881"/>
                  </a:cubicBezTo>
                  <a:lnTo>
                    <a:pt x="38397" y="31881"/>
                  </a:lnTo>
                  <a:cubicBezTo>
                    <a:pt x="37695" y="32432"/>
                    <a:pt x="36993" y="32984"/>
                    <a:pt x="36291" y="33510"/>
                  </a:cubicBezTo>
                  <a:cubicBezTo>
                    <a:pt x="35565" y="34036"/>
                    <a:pt x="34838" y="34563"/>
                    <a:pt x="34111" y="35064"/>
                  </a:cubicBezTo>
                  <a:cubicBezTo>
                    <a:pt x="32657" y="36091"/>
                    <a:pt x="31154" y="37044"/>
                    <a:pt x="29650" y="37971"/>
                  </a:cubicBezTo>
                  <a:cubicBezTo>
                    <a:pt x="29249" y="38222"/>
                    <a:pt x="28848" y="38447"/>
                    <a:pt x="28472" y="38673"/>
                  </a:cubicBezTo>
                  <a:cubicBezTo>
                    <a:pt x="27469" y="40227"/>
                    <a:pt x="26467" y="41781"/>
                    <a:pt x="25414" y="43284"/>
                  </a:cubicBezTo>
                  <a:cubicBezTo>
                    <a:pt x="25489" y="43234"/>
                    <a:pt x="25565" y="43184"/>
                    <a:pt x="25640" y="43134"/>
                  </a:cubicBezTo>
                  <a:lnTo>
                    <a:pt x="27670" y="41781"/>
                  </a:lnTo>
                  <a:lnTo>
                    <a:pt x="27670" y="41781"/>
                  </a:lnTo>
                  <a:cubicBezTo>
                    <a:pt x="27043" y="42332"/>
                    <a:pt x="26417" y="42833"/>
                    <a:pt x="25740" y="43309"/>
                  </a:cubicBezTo>
                  <a:cubicBezTo>
                    <a:pt x="25514" y="43485"/>
                    <a:pt x="25289" y="43660"/>
                    <a:pt x="25038" y="43811"/>
                  </a:cubicBezTo>
                  <a:cubicBezTo>
                    <a:pt x="23284" y="46317"/>
                    <a:pt x="21429" y="48773"/>
                    <a:pt x="19499" y="51129"/>
                  </a:cubicBezTo>
                  <a:cubicBezTo>
                    <a:pt x="19349" y="51430"/>
                    <a:pt x="19174" y="51731"/>
                    <a:pt x="18998" y="52031"/>
                  </a:cubicBezTo>
                  <a:cubicBezTo>
                    <a:pt x="20051" y="51455"/>
                    <a:pt x="21078" y="50878"/>
                    <a:pt x="22131" y="50302"/>
                  </a:cubicBezTo>
                  <a:lnTo>
                    <a:pt x="22131" y="50302"/>
                  </a:lnTo>
                  <a:cubicBezTo>
                    <a:pt x="20001" y="52783"/>
                    <a:pt x="17971" y="55365"/>
                    <a:pt x="16066" y="58021"/>
                  </a:cubicBezTo>
                  <a:cubicBezTo>
                    <a:pt x="15464" y="59425"/>
                    <a:pt x="14913" y="60853"/>
                    <a:pt x="14387" y="62307"/>
                  </a:cubicBezTo>
                  <a:cubicBezTo>
                    <a:pt x="15665" y="61505"/>
                    <a:pt x="16868" y="60578"/>
                    <a:pt x="17971" y="59575"/>
                  </a:cubicBezTo>
                  <a:lnTo>
                    <a:pt x="17971" y="59575"/>
                  </a:lnTo>
                  <a:cubicBezTo>
                    <a:pt x="17469" y="60628"/>
                    <a:pt x="16943" y="61680"/>
                    <a:pt x="16442" y="62733"/>
                  </a:cubicBezTo>
                  <a:lnTo>
                    <a:pt x="16667" y="62558"/>
                  </a:lnTo>
                  <a:lnTo>
                    <a:pt x="19098" y="60904"/>
                  </a:lnTo>
                  <a:cubicBezTo>
                    <a:pt x="19900" y="60352"/>
                    <a:pt x="20702" y="59801"/>
                    <a:pt x="21529" y="59274"/>
                  </a:cubicBezTo>
                  <a:lnTo>
                    <a:pt x="21529" y="59274"/>
                  </a:lnTo>
                  <a:cubicBezTo>
                    <a:pt x="20778" y="59901"/>
                    <a:pt x="20001" y="60503"/>
                    <a:pt x="19224" y="61079"/>
                  </a:cubicBezTo>
                  <a:cubicBezTo>
                    <a:pt x="18447" y="61655"/>
                    <a:pt x="17645" y="62232"/>
                    <a:pt x="16843" y="62783"/>
                  </a:cubicBezTo>
                  <a:cubicBezTo>
                    <a:pt x="16617" y="62934"/>
                    <a:pt x="16417" y="63059"/>
                    <a:pt x="16191" y="63209"/>
                  </a:cubicBezTo>
                  <a:cubicBezTo>
                    <a:pt x="15414" y="64788"/>
                    <a:pt x="14662" y="66342"/>
                    <a:pt x="13885" y="67921"/>
                  </a:cubicBezTo>
                  <a:cubicBezTo>
                    <a:pt x="15289" y="67069"/>
                    <a:pt x="16667" y="66242"/>
                    <a:pt x="18071" y="65390"/>
                  </a:cubicBezTo>
                  <a:lnTo>
                    <a:pt x="19048" y="64638"/>
                  </a:lnTo>
                  <a:lnTo>
                    <a:pt x="19048" y="64638"/>
                  </a:lnTo>
                  <a:cubicBezTo>
                    <a:pt x="18898" y="64788"/>
                    <a:pt x="18722" y="64939"/>
                    <a:pt x="18572" y="65089"/>
                  </a:cubicBezTo>
                  <a:cubicBezTo>
                    <a:pt x="18697" y="65014"/>
                    <a:pt x="18823" y="64939"/>
                    <a:pt x="18948" y="64863"/>
                  </a:cubicBezTo>
                  <a:lnTo>
                    <a:pt x="18948" y="64863"/>
                  </a:lnTo>
                  <a:cubicBezTo>
                    <a:pt x="17093" y="67395"/>
                    <a:pt x="15239" y="69951"/>
                    <a:pt x="13359" y="72508"/>
                  </a:cubicBezTo>
                  <a:cubicBezTo>
                    <a:pt x="13810" y="72132"/>
                    <a:pt x="14261" y="71756"/>
                    <a:pt x="14712" y="71405"/>
                  </a:cubicBezTo>
                  <a:cubicBezTo>
                    <a:pt x="15590" y="70703"/>
                    <a:pt x="16492" y="69976"/>
                    <a:pt x="17394" y="69300"/>
                  </a:cubicBezTo>
                  <a:lnTo>
                    <a:pt x="17394" y="69300"/>
                  </a:lnTo>
                  <a:cubicBezTo>
                    <a:pt x="16567" y="70077"/>
                    <a:pt x="15690" y="70828"/>
                    <a:pt x="14838" y="71580"/>
                  </a:cubicBezTo>
                  <a:cubicBezTo>
                    <a:pt x="14136" y="72182"/>
                    <a:pt x="13434" y="72783"/>
                    <a:pt x="12732" y="73360"/>
                  </a:cubicBezTo>
                  <a:lnTo>
                    <a:pt x="10377" y="76593"/>
                  </a:lnTo>
                  <a:cubicBezTo>
                    <a:pt x="11304" y="76192"/>
                    <a:pt x="12256" y="75791"/>
                    <a:pt x="13184" y="75390"/>
                  </a:cubicBezTo>
                  <a:lnTo>
                    <a:pt x="13184" y="75390"/>
                  </a:lnTo>
                  <a:cubicBezTo>
                    <a:pt x="12407" y="78021"/>
                    <a:pt x="11580" y="80653"/>
                    <a:pt x="10727" y="83260"/>
                  </a:cubicBezTo>
                  <a:cubicBezTo>
                    <a:pt x="10778" y="83209"/>
                    <a:pt x="10853" y="83159"/>
                    <a:pt x="10903" y="83109"/>
                  </a:cubicBezTo>
                  <a:cubicBezTo>
                    <a:pt x="11529" y="82533"/>
                    <a:pt x="12181" y="81956"/>
                    <a:pt x="12833" y="81405"/>
                  </a:cubicBezTo>
                  <a:lnTo>
                    <a:pt x="12833" y="81405"/>
                  </a:lnTo>
                  <a:cubicBezTo>
                    <a:pt x="12256" y="82031"/>
                    <a:pt x="11655" y="82633"/>
                    <a:pt x="11053" y="83260"/>
                  </a:cubicBezTo>
                  <a:cubicBezTo>
                    <a:pt x="10878" y="83410"/>
                    <a:pt x="10727" y="83585"/>
                    <a:pt x="10552" y="83736"/>
                  </a:cubicBezTo>
                  <a:cubicBezTo>
                    <a:pt x="10026" y="85290"/>
                    <a:pt x="9499" y="86844"/>
                    <a:pt x="8948" y="88372"/>
                  </a:cubicBezTo>
                  <a:cubicBezTo>
                    <a:pt x="9073" y="88247"/>
                    <a:pt x="9224" y="88122"/>
                    <a:pt x="9374" y="87996"/>
                  </a:cubicBezTo>
                  <a:lnTo>
                    <a:pt x="9374" y="87996"/>
                  </a:lnTo>
                  <a:cubicBezTo>
                    <a:pt x="9199" y="88222"/>
                    <a:pt x="9023" y="88448"/>
                    <a:pt x="8848" y="88648"/>
                  </a:cubicBezTo>
                  <a:cubicBezTo>
                    <a:pt x="8146" y="90553"/>
                    <a:pt x="7419" y="92458"/>
                    <a:pt x="6667" y="94337"/>
                  </a:cubicBezTo>
                  <a:cubicBezTo>
                    <a:pt x="7469" y="93661"/>
                    <a:pt x="8321" y="92984"/>
                    <a:pt x="9199" y="92357"/>
                  </a:cubicBezTo>
                  <a:lnTo>
                    <a:pt x="9199" y="92357"/>
                  </a:lnTo>
                  <a:cubicBezTo>
                    <a:pt x="8773" y="93360"/>
                    <a:pt x="8346" y="94362"/>
                    <a:pt x="7870" y="95340"/>
                  </a:cubicBezTo>
                  <a:lnTo>
                    <a:pt x="9199" y="94112"/>
                  </a:lnTo>
                  <a:lnTo>
                    <a:pt x="12281" y="91305"/>
                  </a:lnTo>
                  <a:cubicBezTo>
                    <a:pt x="13309" y="90377"/>
                    <a:pt x="14362" y="89475"/>
                    <a:pt x="15414" y="88573"/>
                  </a:cubicBezTo>
                  <a:lnTo>
                    <a:pt x="15414" y="88573"/>
                  </a:lnTo>
                  <a:cubicBezTo>
                    <a:pt x="14437" y="89550"/>
                    <a:pt x="13434" y="90503"/>
                    <a:pt x="12432" y="91455"/>
                  </a:cubicBezTo>
                  <a:lnTo>
                    <a:pt x="9399" y="94312"/>
                  </a:lnTo>
                  <a:lnTo>
                    <a:pt x="7570" y="95941"/>
                  </a:lnTo>
                  <a:cubicBezTo>
                    <a:pt x="6768" y="97570"/>
                    <a:pt x="5890" y="99149"/>
                    <a:pt x="4938" y="100678"/>
                  </a:cubicBezTo>
                  <a:cubicBezTo>
                    <a:pt x="5865" y="100077"/>
                    <a:pt x="6818" y="99475"/>
                    <a:pt x="7745" y="98874"/>
                  </a:cubicBezTo>
                  <a:lnTo>
                    <a:pt x="7745" y="98874"/>
                  </a:lnTo>
                  <a:cubicBezTo>
                    <a:pt x="7219" y="99876"/>
                    <a:pt x="6642" y="100829"/>
                    <a:pt x="6041" y="101756"/>
                  </a:cubicBezTo>
                  <a:cubicBezTo>
                    <a:pt x="7018" y="101154"/>
                    <a:pt x="8021" y="100528"/>
                    <a:pt x="8998" y="99901"/>
                  </a:cubicBezTo>
                  <a:lnTo>
                    <a:pt x="8998" y="99901"/>
                  </a:lnTo>
                  <a:cubicBezTo>
                    <a:pt x="8071" y="102107"/>
                    <a:pt x="6918" y="104212"/>
                    <a:pt x="5539" y="106167"/>
                  </a:cubicBezTo>
                  <a:cubicBezTo>
                    <a:pt x="5239" y="106919"/>
                    <a:pt x="4913" y="107671"/>
                    <a:pt x="4562" y="108398"/>
                  </a:cubicBezTo>
                  <a:cubicBezTo>
                    <a:pt x="4687" y="108297"/>
                    <a:pt x="4813" y="108197"/>
                    <a:pt x="4963" y="108097"/>
                  </a:cubicBezTo>
                  <a:cubicBezTo>
                    <a:pt x="5915" y="107395"/>
                    <a:pt x="6893" y="106668"/>
                    <a:pt x="7845" y="105916"/>
                  </a:cubicBezTo>
                  <a:cubicBezTo>
                    <a:pt x="8798" y="105189"/>
                    <a:pt x="9750" y="104413"/>
                    <a:pt x="10677" y="103661"/>
                  </a:cubicBezTo>
                  <a:cubicBezTo>
                    <a:pt x="11605" y="102884"/>
                    <a:pt x="12532" y="102107"/>
                    <a:pt x="13459" y="101330"/>
                  </a:cubicBezTo>
                  <a:lnTo>
                    <a:pt x="13459" y="101330"/>
                  </a:lnTo>
                  <a:cubicBezTo>
                    <a:pt x="12607" y="102182"/>
                    <a:pt x="11730" y="103009"/>
                    <a:pt x="10803" y="103811"/>
                  </a:cubicBezTo>
                  <a:cubicBezTo>
                    <a:pt x="9900" y="104613"/>
                    <a:pt x="8973" y="105390"/>
                    <a:pt x="8021" y="106142"/>
                  </a:cubicBezTo>
                  <a:cubicBezTo>
                    <a:pt x="7043" y="106869"/>
                    <a:pt x="6091" y="107596"/>
                    <a:pt x="5088" y="108272"/>
                  </a:cubicBezTo>
                  <a:cubicBezTo>
                    <a:pt x="4838" y="108448"/>
                    <a:pt x="4612" y="108598"/>
                    <a:pt x="4387" y="108748"/>
                  </a:cubicBezTo>
                  <a:cubicBezTo>
                    <a:pt x="3184" y="111179"/>
                    <a:pt x="1705" y="113485"/>
                    <a:pt x="1" y="115616"/>
                  </a:cubicBezTo>
                  <a:cubicBezTo>
                    <a:pt x="2457" y="114312"/>
                    <a:pt x="5690" y="112508"/>
                    <a:pt x="7068" y="111355"/>
                  </a:cubicBezTo>
                  <a:lnTo>
                    <a:pt x="7093" y="111330"/>
                  </a:lnTo>
                  <a:cubicBezTo>
                    <a:pt x="7118" y="111305"/>
                    <a:pt x="7118" y="111305"/>
                    <a:pt x="7118" y="111305"/>
                  </a:cubicBezTo>
                  <a:cubicBezTo>
                    <a:pt x="13860" y="105515"/>
                    <a:pt x="18973" y="97971"/>
                    <a:pt x="21780" y="89625"/>
                  </a:cubicBezTo>
                  <a:lnTo>
                    <a:pt x="21780" y="89625"/>
                  </a:lnTo>
                  <a:cubicBezTo>
                    <a:pt x="18622" y="93084"/>
                    <a:pt x="14963" y="96117"/>
                    <a:pt x="10928" y="98623"/>
                  </a:cubicBezTo>
                  <a:cubicBezTo>
                    <a:pt x="16241" y="92834"/>
                    <a:pt x="20276" y="85941"/>
                    <a:pt x="22758" y="78523"/>
                  </a:cubicBezTo>
                  <a:lnTo>
                    <a:pt x="22758" y="78523"/>
                  </a:lnTo>
                  <a:cubicBezTo>
                    <a:pt x="19800" y="81931"/>
                    <a:pt x="16868" y="85365"/>
                    <a:pt x="13910" y="88773"/>
                  </a:cubicBezTo>
                  <a:cubicBezTo>
                    <a:pt x="17545" y="76919"/>
                    <a:pt x="22432" y="65490"/>
                    <a:pt x="28472" y="54688"/>
                  </a:cubicBezTo>
                  <a:cubicBezTo>
                    <a:pt x="29174" y="53460"/>
                    <a:pt x="29875" y="52232"/>
                    <a:pt x="30577" y="51004"/>
                  </a:cubicBezTo>
                  <a:lnTo>
                    <a:pt x="30577" y="51004"/>
                  </a:lnTo>
                  <a:cubicBezTo>
                    <a:pt x="26943" y="53084"/>
                    <a:pt x="23083" y="54914"/>
                    <a:pt x="19274" y="56718"/>
                  </a:cubicBezTo>
                  <a:cubicBezTo>
                    <a:pt x="24311" y="53134"/>
                    <a:pt x="29174" y="49375"/>
                    <a:pt x="33911" y="45440"/>
                  </a:cubicBezTo>
                  <a:cubicBezTo>
                    <a:pt x="34337" y="44738"/>
                    <a:pt x="34738" y="44036"/>
                    <a:pt x="35164" y="43360"/>
                  </a:cubicBezTo>
                  <a:lnTo>
                    <a:pt x="35164" y="43360"/>
                  </a:lnTo>
                  <a:cubicBezTo>
                    <a:pt x="31479" y="45340"/>
                    <a:pt x="27670" y="47144"/>
                    <a:pt x="23760" y="48773"/>
                  </a:cubicBezTo>
                  <a:cubicBezTo>
                    <a:pt x="29023" y="44863"/>
                    <a:pt x="34136" y="40778"/>
                    <a:pt x="39124" y="36542"/>
                  </a:cubicBezTo>
                  <a:cubicBezTo>
                    <a:pt x="42332" y="30778"/>
                    <a:pt x="45214" y="24863"/>
                    <a:pt x="47068" y="18547"/>
                  </a:cubicBezTo>
                  <a:cubicBezTo>
                    <a:pt x="47870" y="15866"/>
                    <a:pt x="48447" y="13084"/>
                    <a:pt x="48447" y="10302"/>
                  </a:cubicBezTo>
                  <a:cubicBezTo>
                    <a:pt x="48447" y="8948"/>
                    <a:pt x="48322" y="7595"/>
                    <a:pt x="47996" y="6242"/>
                  </a:cubicBezTo>
                  <a:cubicBezTo>
                    <a:pt x="47419" y="3936"/>
                    <a:pt x="46191" y="1705"/>
                    <a:pt x="444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74"/>
            <p:cNvSpPr/>
            <p:nvPr/>
          </p:nvSpPr>
          <p:spPr>
            <a:xfrm flipH="1">
              <a:off x="4985425" y="2344286"/>
              <a:ext cx="379339" cy="1013437"/>
            </a:xfrm>
            <a:custGeom>
              <a:avLst/>
              <a:gdLst/>
              <a:ahLst/>
              <a:cxnLst/>
              <a:rect l="l" t="t" r="r" b="b"/>
              <a:pathLst>
                <a:path w="25264" h="67495" extrusionOk="0">
                  <a:moveTo>
                    <a:pt x="25264" y="1"/>
                  </a:moveTo>
                  <a:lnTo>
                    <a:pt x="25264" y="1"/>
                  </a:lnTo>
                  <a:cubicBezTo>
                    <a:pt x="25239" y="26"/>
                    <a:pt x="25239" y="26"/>
                    <a:pt x="25239" y="26"/>
                  </a:cubicBezTo>
                  <a:cubicBezTo>
                    <a:pt x="23835" y="1780"/>
                    <a:pt x="22457" y="3535"/>
                    <a:pt x="21129" y="5314"/>
                  </a:cubicBezTo>
                  <a:cubicBezTo>
                    <a:pt x="21479" y="5089"/>
                    <a:pt x="21855" y="4838"/>
                    <a:pt x="22206" y="4612"/>
                  </a:cubicBezTo>
                  <a:cubicBezTo>
                    <a:pt x="23259" y="3109"/>
                    <a:pt x="24261" y="1555"/>
                    <a:pt x="25264" y="1"/>
                  </a:cubicBezTo>
                  <a:close/>
                  <a:moveTo>
                    <a:pt x="21830" y="5139"/>
                  </a:moveTo>
                  <a:lnTo>
                    <a:pt x="21830" y="5139"/>
                  </a:lnTo>
                  <a:cubicBezTo>
                    <a:pt x="21454" y="5414"/>
                    <a:pt x="21078" y="5665"/>
                    <a:pt x="20677" y="5916"/>
                  </a:cubicBezTo>
                  <a:cubicBezTo>
                    <a:pt x="19124" y="8021"/>
                    <a:pt x="17645" y="10201"/>
                    <a:pt x="16291" y="12457"/>
                  </a:cubicBezTo>
                  <a:cubicBezTo>
                    <a:pt x="18221" y="10101"/>
                    <a:pt x="20076" y="7645"/>
                    <a:pt x="21830" y="5139"/>
                  </a:cubicBezTo>
                  <a:close/>
                  <a:moveTo>
                    <a:pt x="18923" y="11630"/>
                  </a:moveTo>
                  <a:lnTo>
                    <a:pt x="18923" y="11630"/>
                  </a:lnTo>
                  <a:cubicBezTo>
                    <a:pt x="17870" y="12206"/>
                    <a:pt x="16843" y="12783"/>
                    <a:pt x="15790" y="13359"/>
                  </a:cubicBezTo>
                  <a:cubicBezTo>
                    <a:pt x="15565" y="13735"/>
                    <a:pt x="15364" y="14111"/>
                    <a:pt x="15164" y="14512"/>
                  </a:cubicBezTo>
                  <a:cubicBezTo>
                    <a:pt x="14311" y="16091"/>
                    <a:pt x="13560" y="17695"/>
                    <a:pt x="12858" y="19349"/>
                  </a:cubicBezTo>
                  <a:cubicBezTo>
                    <a:pt x="14763" y="16693"/>
                    <a:pt x="16793" y="14111"/>
                    <a:pt x="18923" y="11630"/>
                  </a:cubicBezTo>
                  <a:close/>
                  <a:moveTo>
                    <a:pt x="14763" y="20903"/>
                  </a:moveTo>
                  <a:lnTo>
                    <a:pt x="14763" y="20903"/>
                  </a:lnTo>
                  <a:cubicBezTo>
                    <a:pt x="13660" y="21906"/>
                    <a:pt x="12457" y="22833"/>
                    <a:pt x="11179" y="23635"/>
                  </a:cubicBezTo>
                  <a:cubicBezTo>
                    <a:pt x="10903" y="24412"/>
                    <a:pt x="10627" y="25214"/>
                    <a:pt x="10377" y="26016"/>
                  </a:cubicBezTo>
                  <a:lnTo>
                    <a:pt x="11053" y="25540"/>
                  </a:lnTo>
                  <a:lnTo>
                    <a:pt x="13234" y="24061"/>
                  </a:lnTo>
                  <a:cubicBezTo>
                    <a:pt x="13735" y="23008"/>
                    <a:pt x="14261" y="21956"/>
                    <a:pt x="14763" y="20903"/>
                  </a:cubicBezTo>
                  <a:close/>
                  <a:moveTo>
                    <a:pt x="12983" y="24537"/>
                  </a:moveTo>
                  <a:lnTo>
                    <a:pt x="12983" y="24537"/>
                  </a:lnTo>
                  <a:cubicBezTo>
                    <a:pt x="12382" y="24938"/>
                    <a:pt x="11780" y="25339"/>
                    <a:pt x="11179" y="25715"/>
                  </a:cubicBezTo>
                  <a:cubicBezTo>
                    <a:pt x="10878" y="25891"/>
                    <a:pt x="10577" y="26091"/>
                    <a:pt x="10301" y="26267"/>
                  </a:cubicBezTo>
                  <a:cubicBezTo>
                    <a:pt x="9850" y="27570"/>
                    <a:pt x="9449" y="28898"/>
                    <a:pt x="9048" y="30227"/>
                  </a:cubicBezTo>
                  <a:cubicBezTo>
                    <a:pt x="9600" y="29901"/>
                    <a:pt x="10126" y="29575"/>
                    <a:pt x="10677" y="29249"/>
                  </a:cubicBezTo>
                  <a:cubicBezTo>
                    <a:pt x="11454" y="27670"/>
                    <a:pt x="12206" y="26116"/>
                    <a:pt x="12983" y="24537"/>
                  </a:cubicBezTo>
                  <a:close/>
                  <a:moveTo>
                    <a:pt x="5991" y="53685"/>
                  </a:moveTo>
                  <a:cubicBezTo>
                    <a:pt x="5113" y="54312"/>
                    <a:pt x="4261" y="54989"/>
                    <a:pt x="3459" y="55665"/>
                  </a:cubicBezTo>
                  <a:cubicBezTo>
                    <a:pt x="3008" y="56818"/>
                    <a:pt x="2532" y="57971"/>
                    <a:pt x="2056" y="59124"/>
                  </a:cubicBezTo>
                  <a:cubicBezTo>
                    <a:pt x="2356" y="58848"/>
                    <a:pt x="2657" y="58548"/>
                    <a:pt x="2958" y="58272"/>
                  </a:cubicBezTo>
                  <a:lnTo>
                    <a:pt x="4662" y="56668"/>
                  </a:lnTo>
                  <a:cubicBezTo>
                    <a:pt x="5138" y="55690"/>
                    <a:pt x="5565" y="54688"/>
                    <a:pt x="5991" y="53685"/>
                  </a:cubicBezTo>
                  <a:close/>
                  <a:moveTo>
                    <a:pt x="4362" y="57269"/>
                  </a:moveTo>
                  <a:lnTo>
                    <a:pt x="3108" y="58422"/>
                  </a:lnTo>
                  <a:cubicBezTo>
                    <a:pt x="2707" y="58773"/>
                    <a:pt x="2306" y="59124"/>
                    <a:pt x="1905" y="59475"/>
                  </a:cubicBezTo>
                  <a:cubicBezTo>
                    <a:pt x="1429" y="60578"/>
                    <a:pt x="978" y="61680"/>
                    <a:pt x="477" y="62783"/>
                  </a:cubicBezTo>
                  <a:cubicBezTo>
                    <a:pt x="903" y="62532"/>
                    <a:pt x="1304" y="62257"/>
                    <a:pt x="1730" y="62006"/>
                  </a:cubicBezTo>
                  <a:cubicBezTo>
                    <a:pt x="2682" y="60477"/>
                    <a:pt x="3560" y="58898"/>
                    <a:pt x="4362" y="57269"/>
                  </a:cubicBezTo>
                  <a:close/>
                  <a:moveTo>
                    <a:pt x="5790" y="61229"/>
                  </a:moveTo>
                  <a:lnTo>
                    <a:pt x="5790" y="61229"/>
                  </a:lnTo>
                  <a:cubicBezTo>
                    <a:pt x="4813" y="61856"/>
                    <a:pt x="3810" y="62482"/>
                    <a:pt x="2833" y="63084"/>
                  </a:cubicBezTo>
                  <a:cubicBezTo>
                    <a:pt x="1955" y="64387"/>
                    <a:pt x="1028" y="65640"/>
                    <a:pt x="1" y="66793"/>
                  </a:cubicBezTo>
                  <a:cubicBezTo>
                    <a:pt x="452" y="66743"/>
                    <a:pt x="903" y="66618"/>
                    <a:pt x="1329" y="66442"/>
                  </a:cubicBezTo>
                  <a:lnTo>
                    <a:pt x="2081" y="65791"/>
                  </a:lnTo>
                  <a:cubicBezTo>
                    <a:pt x="2582" y="65390"/>
                    <a:pt x="3058" y="64964"/>
                    <a:pt x="3534" y="64563"/>
                  </a:cubicBezTo>
                  <a:lnTo>
                    <a:pt x="3534" y="64563"/>
                  </a:lnTo>
                  <a:cubicBezTo>
                    <a:pt x="3133" y="65039"/>
                    <a:pt x="2682" y="65515"/>
                    <a:pt x="2231" y="65941"/>
                  </a:cubicBezTo>
                  <a:cubicBezTo>
                    <a:pt x="2206" y="65966"/>
                    <a:pt x="2206" y="65966"/>
                    <a:pt x="2181" y="65991"/>
                  </a:cubicBezTo>
                  <a:cubicBezTo>
                    <a:pt x="2557" y="65741"/>
                    <a:pt x="2908" y="65465"/>
                    <a:pt x="3209" y="65139"/>
                  </a:cubicBezTo>
                  <a:lnTo>
                    <a:pt x="3209" y="65139"/>
                  </a:lnTo>
                  <a:cubicBezTo>
                    <a:pt x="2933" y="65941"/>
                    <a:pt x="2657" y="66718"/>
                    <a:pt x="2331" y="67495"/>
                  </a:cubicBezTo>
                  <a:cubicBezTo>
                    <a:pt x="3710" y="65540"/>
                    <a:pt x="4863" y="63435"/>
                    <a:pt x="5790" y="612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74"/>
            <p:cNvSpPr/>
            <p:nvPr/>
          </p:nvSpPr>
          <p:spPr>
            <a:xfrm flipH="1">
              <a:off x="4782558" y="2115098"/>
              <a:ext cx="85060" cy="75285"/>
            </a:xfrm>
            <a:custGeom>
              <a:avLst/>
              <a:gdLst/>
              <a:ahLst/>
              <a:cxnLst/>
              <a:rect l="l" t="t" r="r" b="b"/>
              <a:pathLst>
                <a:path w="5665" h="5014" extrusionOk="0">
                  <a:moveTo>
                    <a:pt x="5665" y="1"/>
                  </a:moveTo>
                  <a:lnTo>
                    <a:pt x="5665" y="1"/>
                  </a:lnTo>
                  <a:cubicBezTo>
                    <a:pt x="4988" y="602"/>
                    <a:pt x="4311" y="1204"/>
                    <a:pt x="3610" y="1780"/>
                  </a:cubicBezTo>
                  <a:cubicBezTo>
                    <a:pt x="2908" y="2356"/>
                    <a:pt x="2206" y="2933"/>
                    <a:pt x="1504" y="3509"/>
                  </a:cubicBezTo>
                  <a:cubicBezTo>
                    <a:pt x="1153" y="3785"/>
                    <a:pt x="828" y="4061"/>
                    <a:pt x="477" y="4336"/>
                  </a:cubicBezTo>
                  <a:cubicBezTo>
                    <a:pt x="301" y="4562"/>
                    <a:pt x="151" y="4788"/>
                    <a:pt x="1" y="5013"/>
                  </a:cubicBezTo>
                  <a:cubicBezTo>
                    <a:pt x="552" y="4562"/>
                    <a:pt x="1103" y="4111"/>
                    <a:pt x="1655" y="3660"/>
                  </a:cubicBezTo>
                  <a:cubicBezTo>
                    <a:pt x="2331" y="3083"/>
                    <a:pt x="3033" y="2482"/>
                    <a:pt x="3685" y="1880"/>
                  </a:cubicBezTo>
                  <a:cubicBezTo>
                    <a:pt x="4361" y="1254"/>
                    <a:pt x="5013" y="627"/>
                    <a:pt x="5665" y="1"/>
                  </a:cubicBezTo>
                  <a:close/>
                </a:path>
              </a:pathLst>
            </a:custGeom>
            <a:solidFill>
              <a:srgbClr val="FAF5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74"/>
            <p:cNvSpPr/>
            <p:nvPr/>
          </p:nvSpPr>
          <p:spPr>
            <a:xfrm flipH="1">
              <a:off x="4836379" y="2242298"/>
              <a:ext cx="149414" cy="102372"/>
            </a:xfrm>
            <a:custGeom>
              <a:avLst/>
              <a:gdLst/>
              <a:ahLst/>
              <a:cxnLst/>
              <a:rect l="l" t="t" r="r" b="b"/>
              <a:pathLst>
                <a:path w="9951" h="6818" extrusionOk="0">
                  <a:moveTo>
                    <a:pt x="9951" y="1"/>
                  </a:moveTo>
                  <a:lnTo>
                    <a:pt x="9951" y="1"/>
                  </a:lnTo>
                  <a:cubicBezTo>
                    <a:pt x="9224" y="527"/>
                    <a:pt x="8497" y="1028"/>
                    <a:pt x="7745" y="1530"/>
                  </a:cubicBezTo>
                  <a:cubicBezTo>
                    <a:pt x="7018" y="2031"/>
                    <a:pt x="6292" y="2532"/>
                    <a:pt x="5565" y="3008"/>
                  </a:cubicBezTo>
                  <a:cubicBezTo>
                    <a:pt x="4086" y="3986"/>
                    <a:pt x="2582" y="4963"/>
                    <a:pt x="1053" y="5865"/>
                  </a:cubicBezTo>
                  <a:cubicBezTo>
                    <a:pt x="853" y="5991"/>
                    <a:pt x="652" y="6116"/>
                    <a:pt x="452" y="6241"/>
                  </a:cubicBezTo>
                  <a:cubicBezTo>
                    <a:pt x="302" y="6417"/>
                    <a:pt x="151" y="6617"/>
                    <a:pt x="1" y="6818"/>
                  </a:cubicBezTo>
                  <a:cubicBezTo>
                    <a:pt x="1" y="6818"/>
                    <a:pt x="1" y="6818"/>
                    <a:pt x="26" y="6793"/>
                  </a:cubicBezTo>
                  <a:cubicBezTo>
                    <a:pt x="402" y="6567"/>
                    <a:pt x="803" y="6342"/>
                    <a:pt x="1204" y="6091"/>
                  </a:cubicBezTo>
                  <a:cubicBezTo>
                    <a:pt x="2708" y="5164"/>
                    <a:pt x="4211" y="4211"/>
                    <a:pt x="5665" y="3184"/>
                  </a:cubicBezTo>
                  <a:cubicBezTo>
                    <a:pt x="6392" y="2683"/>
                    <a:pt x="7119" y="2156"/>
                    <a:pt x="7845" y="1630"/>
                  </a:cubicBezTo>
                  <a:cubicBezTo>
                    <a:pt x="8547" y="1104"/>
                    <a:pt x="9249" y="552"/>
                    <a:pt x="9951" y="1"/>
                  </a:cubicBezTo>
                  <a:close/>
                </a:path>
              </a:pathLst>
            </a:custGeom>
            <a:solidFill>
              <a:srgbClr val="FAF5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74"/>
            <p:cNvSpPr/>
            <p:nvPr/>
          </p:nvSpPr>
          <p:spPr>
            <a:xfrm flipH="1">
              <a:off x="4997449" y="2390956"/>
              <a:ext cx="56832" cy="42162"/>
            </a:xfrm>
            <a:custGeom>
              <a:avLst/>
              <a:gdLst/>
              <a:ahLst/>
              <a:cxnLst/>
              <a:rect l="l" t="t" r="r" b="b"/>
              <a:pathLst>
                <a:path w="3785" h="2808" extrusionOk="0">
                  <a:moveTo>
                    <a:pt x="3785" y="1"/>
                  </a:moveTo>
                  <a:lnTo>
                    <a:pt x="1755" y="1354"/>
                  </a:lnTo>
                  <a:cubicBezTo>
                    <a:pt x="1680" y="1404"/>
                    <a:pt x="1604" y="1454"/>
                    <a:pt x="1529" y="1504"/>
                  </a:cubicBezTo>
                  <a:cubicBezTo>
                    <a:pt x="1178" y="1730"/>
                    <a:pt x="802" y="1981"/>
                    <a:pt x="452" y="2206"/>
                  </a:cubicBezTo>
                  <a:cubicBezTo>
                    <a:pt x="301" y="2407"/>
                    <a:pt x="151" y="2607"/>
                    <a:pt x="0" y="2808"/>
                  </a:cubicBezTo>
                  <a:cubicBezTo>
                    <a:pt x="401" y="2557"/>
                    <a:pt x="777" y="2306"/>
                    <a:pt x="1153" y="2031"/>
                  </a:cubicBezTo>
                  <a:cubicBezTo>
                    <a:pt x="1404" y="1880"/>
                    <a:pt x="1629" y="1705"/>
                    <a:pt x="1855" y="1529"/>
                  </a:cubicBezTo>
                  <a:cubicBezTo>
                    <a:pt x="2532" y="1053"/>
                    <a:pt x="3158" y="552"/>
                    <a:pt x="3785" y="1"/>
                  </a:cubicBezTo>
                  <a:close/>
                </a:path>
              </a:pathLst>
            </a:custGeom>
            <a:solidFill>
              <a:srgbClr val="FAF5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74"/>
            <p:cNvSpPr/>
            <p:nvPr/>
          </p:nvSpPr>
          <p:spPr>
            <a:xfrm flipH="1">
              <a:off x="5089650" y="2653645"/>
              <a:ext cx="120435" cy="85060"/>
            </a:xfrm>
            <a:custGeom>
              <a:avLst/>
              <a:gdLst/>
              <a:ahLst/>
              <a:cxnLst/>
              <a:rect l="l" t="t" r="r" b="b"/>
              <a:pathLst>
                <a:path w="8021" h="5665" extrusionOk="0">
                  <a:moveTo>
                    <a:pt x="8020" y="0"/>
                  </a:moveTo>
                  <a:cubicBezTo>
                    <a:pt x="7193" y="527"/>
                    <a:pt x="6391" y="1078"/>
                    <a:pt x="5589" y="1630"/>
                  </a:cubicBezTo>
                  <a:lnTo>
                    <a:pt x="3158" y="3284"/>
                  </a:lnTo>
                  <a:lnTo>
                    <a:pt x="2933" y="3459"/>
                  </a:lnTo>
                  <a:lnTo>
                    <a:pt x="752" y="4938"/>
                  </a:lnTo>
                  <a:lnTo>
                    <a:pt x="76" y="5414"/>
                  </a:lnTo>
                  <a:cubicBezTo>
                    <a:pt x="51" y="5489"/>
                    <a:pt x="25" y="5564"/>
                    <a:pt x="0" y="5665"/>
                  </a:cubicBezTo>
                  <a:cubicBezTo>
                    <a:pt x="276" y="5489"/>
                    <a:pt x="577" y="5289"/>
                    <a:pt x="878" y="5113"/>
                  </a:cubicBezTo>
                  <a:cubicBezTo>
                    <a:pt x="1479" y="4737"/>
                    <a:pt x="2081" y="4336"/>
                    <a:pt x="2682" y="3935"/>
                  </a:cubicBezTo>
                  <a:cubicBezTo>
                    <a:pt x="2908" y="3785"/>
                    <a:pt x="3108" y="3660"/>
                    <a:pt x="3334" y="3509"/>
                  </a:cubicBezTo>
                  <a:cubicBezTo>
                    <a:pt x="4136" y="2958"/>
                    <a:pt x="4938" y="2381"/>
                    <a:pt x="5715" y="1805"/>
                  </a:cubicBezTo>
                  <a:cubicBezTo>
                    <a:pt x="6492" y="1229"/>
                    <a:pt x="7269" y="627"/>
                    <a:pt x="8020" y="0"/>
                  </a:cubicBezTo>
                  <a:close/>
                </a:path>
              </a:pathLst>
            </a:custGeom>
            <a:solidFill>
              <a:srgbClr val="FAF5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74"/>
            <p:cNvSpPr/>
            <p:nvPr/>
          </p:nvSpPr>
          <p:spPr>
            <a:xfrm flipH="1">
              <a:off x="5126898" y="2734175"/>
              <a:ext cx="14700" cy="11306"/>
            </a:xfrm>
            <a:custGeom>
              <a:avLst/>
              <a:gdLst/>
              <a:ahLst/>
              <a:cxnLst/>
              <a:rect l="l" t="t" r="r" b="b"/>
              <a:pathLst>
                <a:path w="979" h="753" extrusionOk="0">
                  <a:moveTo>
                    <a:pt x="978" y="1"/>
                  </a:moveTo>
                  <a:lnTo>
                    <a:pt x="1" y="753"/>
                  </a:lnTo>
                  <a:cubicBezTo>
                    <a:pt x="176" y="653"/>
                    <a:pt x="327" y="552"/>
                    <a:pt x="502" y="452"/>
                  </a:cubicBezTo>
                  <a:cubicBezTo>
                    <a:pt x="652" y="302"/>
                    <a:pt x="828" y="151"/>
                    <a:pt x="978" y="1"/>
                  </a:cubicBezTo>
                  <a:close/>
                </a:path>
              </a:pathLst>
            </a:custGeom>
            <a:solidFill>
              <a:srgbClr val="FAF5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74"/>
            <p:cNvSpPr/>
            <p:nvPr/>
          </p:nvSpPr>
          <p:spPr>
            <a:xfrm flipH="1">
              <a:off x="5151738" y="2804180"/>
              <a:ext cx="70015" cy="60976"/>
            </a:xfrm>
            <a:custGeom>
              <a:avLst/>
              <a:gdLst/>
              <a:ahLst/>
              <a:cxnLst/>
              <a:rect l="l" t="t" r="r" b="b"/>
              <a:pathLst>
                <a:path w="4663" h="4061" extrusionOk="0">
                  <a:moveTo>
                    <a:pt x="4662" y="1"/>
                  </a:moveTo>
                  <a:lnTo>
                    <a:pt x="4662" y="1"/>
                  </a:lnTo>
                  <a:cubicBezTo>
                    <a:pt x="3760" y="677"/>
                    <a:pt x="2858" y="1404"/>
                    <a:pt x="1980" y="2106"/>
                  </a:cubicBezTo>
                  <a:cubicBezTo>
                    <a:pt x="1529" y="2457"/>
                    <a:pt x="1078" y="2833"/>
                    <a:pt x="627" y="3209"/>
                  </a:cubicBezTo>
                  <a:cubicBezTo>
                    <a:pt x="427" y="3484"/>
                    <a:pt x="201" y="3785"/>
                    <a:pt x="0" y="4061"/>
                  </a:cubicBezTo>
                  <a:cubicBezTo>
                    <a:pt x="702" y="3484"/>
                    <a:pt x="1404" y="2883"/>
                    <a:pt x="2106" y="2281"/>
                  </a:cubicBezTo>
                  <a:cubicBezTo>
                    <a:pt x="2958" y="1529"/>
                    <a:pt x="3835" y="778"/>
                    <a:pt x="4662" y="1"/>
                  </a:cubicBezTo>
                  <a:close/>
                </a:path>
              </a:pathLst>
            </a:custGeom>
            <a:solidFill>
              <a:srgbClr val="FAF5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74"/>
            <p:cNvSpPr/>
            <p:nvPr/>
          </p:nvSpPr>
          <p:spPr>
            <a:xfrm flipH="1">
              <a:off x="5220238" y="2985948"/>
              <a:ext cx="34264" cy="35015"/>
            </a:xfrm>
            <a:custGeom>
              <a:avLst/>
              <a:gdLst/>
              <a:ahLst/>
              <a:cxnLst/>
              <a:rect l="l" t="t" r="r" b="b"/>
              <a:pathLst>
                <a:path w="2282" h="2332" extrusionOk="0">
                  <a:moveTo>
                    <a:pt x="2282" y="1"/>
                  </a:moveTo>
                  <a:cubicBezTo>
                    <a:pt x="1630" y="552"/>
                    <a:pt x="978" y="1129"/>
                    <a:pt x="352" y="1705"/>
                  </a:cubicBezTo>
                  <a:cubicBezTo>
                    <a:pt x="302" y="1755"/>
                    <a:pt x="227" y="1805"/>
                    <a:pt x="176" y="1856"/>
                  </a:cubicBezTo>
                  <a:cubicBezTo>
                    <a:pt x="101" y="2031"/>
                    <a:pt x="51" y="2181"/>
                    <a:pt x="1" y="2332"/>
                  </a:cubicBezTo>
                  <a:cubicBezTo>
                    <a:pt x="176" y="2181"/>
                    <a:pt x="327" y="2006"/>
                    <a:pt x="502" y="1856"/>
                  </a:cubicBezTo>
                  <a:cubicBezTo>
                    <a:pt x="1104" y="1229"/>
                    <a:pt x="1705" y="627"/>
                    <a:pt x="2282" y="1"/>
                  </a:cubicBezTo>
                  <a:close/>
                </a:path>
              </a:pathLst>
            </a:custGeom>
            <a:solidFill>
              <a:srgbClr val="FAF5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74"/>
            <p:cNvSpPr/>
            <p:nvPr/>
          </p:nvSpPr>
          <p:spPr>
            <a:xfrm flipH="1">
              <a:off x="5272161" y="3084933"/>
              <a:ext cx="7928" cy="9805"/>
            </a:xfrm>
            <a:custGeom>
              <a:avLst/>
              <a:gdLst/>
              <a:ahLst/>
              <a:cxnLst/>
              <a:rect l="l" t="t" r="r" b="b"/>
              <a:pathLst>
                <a:path w="528" h="653" extrusionOk="0">
                  <a:moveTo>
                    <a:pt x="527" y="0"/>
                  </a:moveTo>
                  <a:cubicBezTo>
                    <a:pt x="377" y="126"/>
                    <a:pt x="226" y="251"/>
                    <a:pt x="101" y="376"/>
                  </a:cubicBezTo>
                  <a:cubicBezTo>
                    <a:pt x="51" y="477"/>
                    <a:pt x="26" y="552"/>
                    <a:pt x="1" y="652"/>
                  </a:cubicBezTo>
                  <a:cubicBezTo>
                    <a:pt x="176" y="452"/>
                    <a:pt x="352" y="226"/>
                    <a:pt x="527" y="0"/>
                  </a:cubicBezTo>
                  <a:close/>
                </a:path>
              </a:pathLst>
            </a:custGeom>
            <a:solidFill>
              <a:srgbClr val="FAF5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74"/>
            <p:cNvSpPr/>
            <p:nvPr/>
          </p:nvSpPr>
          <p:spPr>
            <a:xfrm flipH="1">
              <a:off x="5181474" y="3093582"/>
              <a:ext cx="154685" cy="143769"/>
            </a:xfrm>
            <a:custGeom>
              <a:avLst/>
              <a:gdLst/>
              <a:ahLst/>
              <a:cxnLst/>
              <a:rect l="l" t="t" r="r" b="b"/>
              <a:pathLst>
                <a:path w="10302" h="9575" extrusionOk="0">
                  <a:moveTo>
                    <a:pt x="10301" y="1"/>
                  </a:moveTo>
                  <a:cubicBezTo>
                    <a:pt x="9249" y="903"/>
                    <a:pt x="8196" y="1805"/>
                    <a:pt x="7168" y="2733"/>
                  </a:cubicBezTo>
                  <a:lnTo>
                    <a:pt x="4086" y="5540"/>
                  </a:lnTo>
                  <a:lnTo>
                    <a:pt x="2757" y="6768"/>
                  </a:lnTo>
                  <a:lnTo>
                    <a:pt x="1053" y="8372"/>
                  </a:lnTo>
                  <a:cubicBezTo>
                    <a:pt x="752" y="8648"/>
                    <a:pt x="451" y="8948"/>
                    <a:pt x="151" y="9224"/>
                  </a:cubicBezTo>
                  <a:cubicBezTo>
                    <a:pt x="101" y="9349"/>
                    <a:pt x="50" y="9475"/>
                    <a:pt x="0" y="9575"/>
                  </a:cubicBezTo>
                  <a:cubicBezTo>
                    <a:pt x="401" y="9224"/>
                    <a:pt x="802" y="8873"/>
                    <a:pt x="1203" y="8522"/>
                  </a:cubicBezTo>
                  <a:lnTo>
                    <a:pt x="2457" y="7369"/>
                  </a:lnTo>
                  <a:lnTo>
                    <a:pt x="4286" y="5740"/>
                  </a:lnTo>
                  <a:lnTo>
                    <a:pt x="7319" y="2883"/>
                  </a:lnTo>
                  <a:cubicBezTo>
                    <a:pt x="8321" y="1931"/>
                    <a:pt x="9324" y="978"/>
                    <a:pt x="10301" y="1"/>
                  </a:cubicBezTo>
                  <a:close/>
                </a:path>
              </a:pathLst>
            </a:custGeom>
            <a:solidFill>
              <a:srgbClr val="FAF5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74"/>
            <p:cNvSpPr/>
            <p:nvPr/>
          </p:nvSpPr>
          <p:spPr>
            <a:xfrm flipH="1">
              <a:off x="5311684" y="3313746"/>
              <a:ext cx="33138" cy="28243"/>
            </a:xfrm>
            <a:custGeom>
              <a:avLst/>
              <a:gdLst/>
              <a:ahLst/>
              <a:cxnLst/>
              <a:rect l="l" t="t" r="r" b="b"/>
              <a:pathLst>
                <a:path w="2207" h="1881" extrusionOk="0">
                  <a:moveTo>
                    <a:pt x="2206" y="1"/>
                  </a:moveTo>
                  <a:cubicBezTo>
                    <a:pt x="1730" y="402"/>
                    <a:pt x="1254" y="828"/>
                    <a:pt x="753" y="1229"/>
                  </a:cubicBezTo>
                  <a:lnTo>
                    <a:pt x="1" y="1880"/>
                  </a:lnTo>
                  <a:cubicBezTo>
                    <a:pt x="302" y="1755"/>
                    <a:pt x="577" y="1605"/>
                    <a:pt x="853" y="1429"/>
                  </a:cubicBezTo>
                  <a:cubicBezTo>
                    <a:pt x="878" y="1404"/>
                    <a:pt x="878" y="1404"/>
                    <a:pt x="903" y="1379"/>
                  </a:cubicBezTo>
                  <a:cubicBezTo>
                    <a:pt x="1354" y="953"/>
                    <a:pt x="1805" y="477"/>
                    <a:pt x="2206" y="1"/>
                  </a:cubicBezTo>
                  <a:close/>
                </a:path>
              </a:pathLst>
            </a:custGeom>
            <a:solidFill>
              <a:srgbClr val="FAF5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74"/>
            <p:cNvSpPr/>
            <p:nvPr/>
          </p:nvSpPr>
          <p:spPr>
            <a:xfrm flipH="1">
              <a:off x="5210829" y="3285140"/>
              <a:ext cx="136246" cy="111411"/>
            </a:xfrm>
            <a:custGeom>
              <a:avLst/>
              <a:gdLst/>
              <a:ahLst/>
              <a:cxnLst/>
              <a:rect l="l" t="t" r="r" b="b"/>
              <a:pathLst>
                <a:path w="9074" h="7420" extrusionOk="0">
                  <a:moveTo>
                    <a:pt x="9073" y="1"/>
                  </a:moveTo>
                  <a:lnTo>
                    <a:pt x="9073" y="1"/>
                  </a:lnTo>
                  <a:cubicBezTo>
                    <a:pt x="8146" y="778"/>
                    <a:pt x="7219" y="1555"/>
                    <a:pt x="6291" y="2332"/>
                  </a:cubicBezTo>
                  <a:cubicBezTo>
                    <a:pt x="5364" y="3084"/>
                    <a:pt x="4412" y="3860"/>
                    <a:pt x="3459" y="4587"/>
                  </a:cubicBezTo>
                  <a:cubicBezTo>
                    <a:pt x="2507" y="5339"/>
                    <a:pt x="1529" y="6066"/>
                    <a:pt x="577" y="6768"/>
                  </a:cubicBezTo>
                  <a:cubicBezTo>
                    <a:pt x="427" y="6868"/>
                    <a:pt x="301" y="6968"/>
                    <a:pt x="176" y="7069"/>
                  </a:cubicBezTo>
                  <a:cubicBezTo>
                    <a:pt x="126" y="7194"/>
                    <a:pt x="51" y="7294"/>
                    <a:pt x="1" y="7419"/>
                  </a:cubicBezTo>
                  <a:cubicBezTo>
                    <a:pt x="226" y="7269"/>
                    <a:pt x="452" y="7119"/>
                    <a:pt x="702" y="6943"/>
                  </a:cubicBezTo>
                  <a:cubicBezTo>
                    <a:pt x="1705" y="6267"/>
                    <a:pt x="2657" y="5540"/>
                    <a:pt x="3635" y="4813"/>
                  </a:cubicBezTo>
                  <a:cubicBezTo>
                    <a:pt x="4587" y="4061"/>
                    <a:pt x="5514" y="3284"/>
                    <a:pt x="6417" y="2482"/>
                  </a:cubicBezTo>
                  <a:cubicBezTo>
                    <a:pt x="7344" y="1680"/>
                    <a:pt x="8221" y="853"/>
                    <a:pt x="9073" y="1"/>
                  </a:cubicBezTo>
                  <a:close/>
                </a:path>
              </a:pathLst>
            </a:custGeom>
            <a:solidFill>
              <a:srgbClr val="FAF5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30" name="Google Shape;1230;p74"/>
          <p:cNvSpPr txBox="1">
            <a:spLocks noGrp="1"/>
          </p:cNvSpPr>
          <p:nvPr>
            <p:ph type="title"/>
          </p:nvPr>
        </p:nvSpPr>
        <p:spPr>
          <a:xfrm flipH="1">
            <a:off x="715775" y="1974075"/>
            <a:ext cx="3703500" cy="76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6000" dirty="0">
                <a:latin typeface="標楷體" panose="03000509000000000000" pitchFamily="65" charset="-120"/>
                <a:ea typeface="標楷體" panose="03000509000000000000" pitchFamily="65" charset="-120"/>
              </a:rPr>
              <a:t>人物誌</a:t>
            </a:r>
            <a:endParaRPr sz="6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31" name="Google Shape;1231;p74"/>
          <p:cNvSpPr txBox="1">
            <a:spLocks noGrp="1"/>
          </p:cNvSpPr>
          <p:nvPr>
            <p:ph type="subTitle" idx="1"/>
          </p:nvPr>
        </p:nvSpPr>
        <p:spPr>
          <a:xfrm flipH="1">
            <a:off x="1878248" y="2637170"/>
            <a:ext cx="2610300" cy="6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需求與痛點分析</a:t>
            </a:r>
            <a:endParaRPr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32" name="Google Shape;1232;p74"/>
          <p:cNvSpPr txBox="1">
            <a:spLocks noGrp="1"/>
          </p:cNvSpPr>
          <p:nvPr>
            <p:ph type="title" idx="2"/>
          </p:nvPr>
        </p:nvSpPr>
        <p:spPr>
          <a:xfrm flipH="1">
            <a:off x="5486750" y="1165263"/>
            <a:ext cx="1878300" cy="10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1233" name="Google Shape;1233;p74"/>
          <p:cNvGrpSpPr/>
          <p:nvPr/>
        </p:nvGrpSpPr>
        <p:grpSpPr>
          <a:xfrm>
            <a:off x="4566442" y="642124"/>
            <a:ext cx="2910348" cy="3359493"/>
            <a:chOff x="4566442" y="642124"/>
            <a:chExt cx="2910348" cy="3359493"/>
          </a:xfrm>
        </p:grpSpPr>
        <p:sp>
          <p:nvSpPr>
            <p:cNvPr id="1234" name="Google Shape;1234;p74"/>
            <p:cNvSpPr/>
            <p:nvPr/>
          </p:nvSpPr>
          <p:spPr>
            <a:xfrm>
              <a:off x="5353044" y="1165270"/>
              <a:ext cx="292121" cy="292121"/>
            </a:xfrm>
            <a:custGeom>
              <a:avLst/>
              <a:gdLst/>
              <a:ahLst/>
              <a:cxnLst/>
              <a:rect l="l" t="t" r="r" b="b"/>
              <a:pathLst>
                <a:path w="7994" h="7994" extrusionOk="0">
                  <a:moveTo>
                    <a:pt x="3997" y="0"/>
                  </a:moveTo>
                  <a:cubicBezTo>
                    <a:pt x="3537" y="0"/>
                    <a:pt x="3160" y="377"/>
                    <a:pt x="3160" y="837"/>
                  </a:cubicBezTo>
                  <a:lnTo>
                    <a:pt x="3160" y="3160"/>
                  </a:lnTo>
                  <a:lnTo>
                    <a:pt x="858" y="3160"/>
                  </a:lnTo>
                  <a:cubicBezTo>
                    <a:pt x="377" y="3160"/>
                    <a:pt x="1" y="3536"/>
                    <a:pt x="1" y="3997"/>
                  </a:cubicBezTo>
                  <a:cubicBezTo>
                    <a:pt x="1" y="4457"/>
                    <a:pt x="377" y="4834"/>
                    <a:pt x="858" y="4834"/>
                  </a:cubicBezTo>
                  <a:lnTo>
                    <a:pt x="3160" y="4834"/>
                  </a:lnTo>
                  <a:lnTo>
                    <a:pt x="3160" y="7156"/>
                  </a:lnTo>
                  <a:cubicBezTo>
                    <a:pt x="3160" y="7617"/>
                    <a:pt x="3537" y="7993"/>
                    <a:pt x="3997" y="7993"/>
                  </a:cubicBezTo>
                  <a:cubicBezTo>
                    <a:pt x="4457" y="7993"/>
                    <a:pt x="4855" y="7617"/>
                    <a:pt x="4855" y="7156"/>
                  </a:cubicBezTo>
                  <a:lnTo>
                    <a:pt x="4855" y="4834"/>
                  </a:lnTo>
                  <a:lnTo>
                    <a:pt x="7156" y="4834"/>
                  </a:lnTo>
                  <a:cubicBezTo>
                    <a:pt x="7617" y="4834"/>
                    <a:pt x="7993" y="4457"/>
                    <a:pt x="7993" y="3997"/>
                  </a:cubicBezTo>
                  <a:cubicBezTo>
                    <a:pt x="7993" y="3536"/>
                    <a:pt x="7617" y="3160"/>
                    <a:pt x="7156" y="3160"/>
                  </a:cubicBezTo>
                  <a:lnTo>
                    <a:pt x="4855" y="3160"/>
                  </a:lnTo>
                  <a:lnTo>
                    <a:pt x="4855" y="837"/>
                  </a:lnTo>
                  <a:cubicBezTo>
                    <a:pt x="4855" y="377"/>
                    <a:pt x="4457" y="0"/>
                    <a:pt x="3997" y="0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74"/>
            <p:cNvSpPr/>
            <p:nvPr/>
          </p:nvSpPr>
          <p:spPr>
            <a:xfrm>
              <a:off x="7123393" y="642124"/>
              <a:ext cx="353398" cy="353314"/>
            </a:xfrm>
            <a:custGeom>
              <a:avLst/>
              <a:gdLst/>
              <a:ahLst/>
              <a:cxnLst/>
              <a:rect l="l" t="t" r="r" b="b"/>
              <a:pathLst>
                <a:path w="2931" h="2930" extrusionOk="0">
                  <a:moveTo>
                    <a:pt x="1466" y="0"/>
                  </a:moveTo>
                  <a:cubicBezTo>
                    <a:pt x="1298" y="0"/>
                    <a:pt x="1152" y="147"/>
                    <a:pt x="1152" y="314"/>
                  </a:cubicBezTo>
                  <a:lnTo>
                    <a:pt x="1152" y="1172"/>
                  </a:lnTo>
                  <a:lnTo>
                    <a:pt x="315" y="1172"/>
                  </a:lnTo>
                  <a:cubicBezTo>
                    <a:pt x="147" y="1172"/>
                    <a:pt x="1" y="1298"/>
                    <a:pt x="1" y="1465"/>
                  </a:cubicBezTo>
                  <a:cubicBezTo>
                    <a:pt x="1" y="1632"/>
                    <a:pt x="147" y="1779"/>
                    <a:pt x="315" y="1779"/>
                  </a:cubicBezTo>
                  <a:lnTo>
                    <a:pt x="1152" y="1779"/>
                  </a:lnTo>
                  <a:lnTo>
                    <a:pt x="1152" y="2637"/>
                  </a:lnTo>
                  <a:cubicBezTo>
                    <a:pt x="1152" y="2804"/>
                    <a:pt x="1298" y="2930"/>
                    <a:pt x="1466" y="2930"/>
                  </a:cubicBezTo>
                  <a:cubicBezTo>
                    <a:pt x="1633" y="2930"/>
                    <a:pt x="1779" y="2804"/>
                    <a:pt x="1779" y="2637"/>
                  </a:cubicBezTo>
                  <a:lnTo>
                    <a:pt x="1779" y="1779"/>
                  </a:lnTo>
                  <a:lnTo>
                    <a:pt x="2616" y="1779"/>
                  </a:lnTo>
                  <a:cubicBezTo>
                    <a:pt x="2805" y="1779"/>
                    <a:pt x="2930" y="1632"/>
                    <a:pt x="2930" y="1465"/>
                  </a:cubicBezTo>
                  <a:cubicBezTo>
                    <a:pt x="2930" y="1298"/>
                    <a:pt x="2805" y="1172"/>
                    <a:pt x="2616" y="1172"/>
                  </a:cubicBezTo>
                  <a:lnTo>
                    <a:pt x="1779" y="1172"/>
                  </a:lnTo>
                  <a:lnTo>
                    <a:pt x="1779" y="314"/>
                  </a:lnTo>
                  <a:cubicBezTo>
                    <a:pt x="1779" y="147"/>
                    <a:pt x="1633" y="0"/>
                    <a:pt x="1466" y="0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74"/>
            <p:cNvSpPr/>
            <p:nvPr/>
          </p:nvSpPr>
          <p:spPr>
            <a:xfrm>
              <a:off x="4566442" y="3424396"/>
              <a:ext cx="577253" cy="577221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2093" y="1"/>
                  </a:moveTo>
                  <a:cubicBezTo>
                    <a:pt x="1863" y="1"/>
                    <a:pt x="1654" y="210"/>
                    <a:pt x="1654" y="440"/>
                  </a:cubicBezTo>
                  <a:lnTo>
                    <a:pt x="1654" y="1675"/>
                  </a:lnTo>
                  <a:lnTo>
                    <a:pt x="440" y="1675"/>
                  </a:lnTo>
                  <a:cubicBezTo>
                    <a:pt x="189" y="1675"/>
                    <a:pt x="1" y="1863"/>
                    <a:pt x="1" y="2114"/>
                  </a:cubicBezTo>
                  <a:cubicBezTo>
                    <a:pt x="1" y="2344"/>
                    <a:pt x="189" y="2553"/>
                    <a:pt x="440" y="2553"/>
                  </a:cubicBezTo>
                  <a:lnTo>
                    <a:pt x="1654" y="2553"/>
                  </a:lnTo>
                  <a:lnTo>
                    <a:pt x="1654" y="3767"/>
                  </a:lnTo>
                  <a:cubicBezTo>
                    <a:pt x="1654" y="4018"/>
                    <a:pt x="1863" y="4206"/>
                    <a:pt x="2093" y="4206"/>
                  </a:cubicBezTo>
                  <a:cubicBezTo>
                    <a:pt x="2344" y="4206"/>
                    <a:pt x="2533" y="4018"/>
                    <a:pt x="2533" y="3767"/>
                  </a:cubicBezTo>
                  <a:lnTo>
                    <a:pt x="2533" y="2553"/>
                  </a:lnTo>
                  <a:lnTo>
                    <a:pt x="3767" y="2553"/>
                  </a:lnTo>
                  <a:cubicBezTo>
                    <a:pt x="3997" y="2553"/>
                    <a:pt x="4206" y="2344"/>
                    <a:pt x="4206" y="2114"/>
                  </a:cubicBezTo>
                  <a:cubicBezTo>
                    <a:pt x="4206" y="1863"/>
                    <a:pt x="4018" y="1675"/>
                    <a:pt x="3767" y="1675"/>
                  </a:cubicBezTo>
                  <a:lnTo>
                    <a:pt x="2533" y="1675"/>
                  </a:lnTo>
                  <a:lnTo>
                    <a:pt x="2533" y="440"/>
                  </a:lnTo>
                  <a:cubicBezTo>
                    <a:pt x="2533" y="210"/>
                    <a:pt x="2344" y="1"/>
                    <a:pt x="2093" y="1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2130;p98">
            <a:extLst>
              <a:ext uri="{FF2B5EF4-FFF2-40B4-BE49-F238E27FC236}">
                <a16:creationId xmlns:a16="http://schemas.microsoft.com/office/drawing/2014/main" id="{6D907262-0204-87FD-213C-D28606D6EF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902409"/>
              </p:ext>
            </p:extLst>
          </p:nvPr>
        </p:nvGraphicFramePr>
        <p:xfrm>
          <a:off x="207820" y="192037"/>
          <a:ext cx="3990109" cy="4752261"/>
        </p:xfrm>
        <a:graphic>
          <a:graphicData uri="http://schemas.openxmlformats.org/drawingml/2006/table">
            <a:tbl>
              <a:tblPr>
                <a:noFill/>
                <a:tableStyleId>{1276A5D5-BF81-46A3-9533-16616B27CECB}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9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1924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6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案例</a:t>
                      </a:r>
                      <a:r>
                        <a:rPr lang="en-US" altLang="zh-TW" sz="16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01</a:t>
                      </a:r>
                      <a:br>
                        <a:rPr lang="en-US" altLang="zh-TW" sz="16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</a:br>
                      <a:r>
                        <a:rPr lang="zh-TW" altLang="en-US" sz="16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寂寞的公寓白領凱文 </a:t>
                      </a:r>
                      <a:r>
                        <a:rPr lang="en-US" altLang="zh-TW" sz="16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(</a:t>
                      </a:r>
                      <a:r>
                        <a:rPr lang="en-US" sz="16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Kevin)</a:t>
                      </a:r>
                      <a:endParaRPr sz="1600" b="1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4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5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年齡</a:t>
                      </a:r>
                      <a:endParaRPr sz="1500" b="1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5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sym typeface="Libre Baskerville"/>
                        </a:rPr>
                        <a:t>30</a:t>
                      </a:r>
                      <a:r>
                        <a:rPr lang="zh-TW" altLang="en-US" sz="15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sym typeface="Libre Baskerville"/>
                        </a:rPr>
                        <a:t>歲</a:t>
                      </a:r>
                      <a:endParaRPr sz="1500" b="1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14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5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性別</a:t>
                      </a:r>
                      <a:endParaRPr sz="1500" b="1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Roboto"/>
                        </a:rPr>
                        <a:t>男</a:t>
                      </a:r>
                      <a:endParaRPr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227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5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背景分析</a:t>
                      </a:r>
                      <a:endParaRPr sz="1500" b="1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凱文是一名在台北工作的軟體工程師，居住在 </a:t>
                      </a:r>
                      <a:r>
                        <a:rPr lang="en-US" altLang="zh-TW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10 </a:t>
                      </a:r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坪大的小公寓。由於專案時程緊湊，他平均晚上 </a:t>
                      </a:r>
                      <a:r>
                        <a:rPr lang="en-US" altLang="zh-TW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8 </a:t>
                      </a:r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點後才能帶著疲憊的身軀回到家。週末通常是他補眠與處理零星工作的時間，生活圈幾乎侷限於室內。</a:t>
                      </a:r>
                      <a:endParaRPr sz="1000" b="0" i="0" u="none" strike="noStrike" cap="none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346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5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目標需求</a:t>
                      </a:r>
                      <a:endParaRPr sz="1500" b="1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低體力消耗： 不需要每日出門散步。</a:t>
                      </a:r>
                    </a:p>
                    <a:p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環境適應力： 能適應小空間且不發出巨大噪音。</a:t>
                      </a:r>
                    </a:p>
                    <a:p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低度照護頻率： 即使飼主晚歸或短暫出差，寵物也能獨立生活。</a:t>
                      </a:r>
                    </a:p>
                    <a:p>
                      <a:pPr marL="0" marR="0" lvl="0" indent="0" algn="l" rtl="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endParaRPr lang="zh-TW" altLang="en-US" sz="1000" b="0" i="0" u="none" strike="noStrike" cap="none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Roboto"/>
                        <a:sym typeface="Arial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8316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5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痛點分析</a:t>
                      </a:r>
                      <a:endParaRPr sz="1500" b="1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體力與時間稀缺： 下班後無力應付高活動量的寵物（如中大型犬）。</a:t>
                      </a:r>
                    </a:p>
                    <a:p>
                      <a:pPr algn="l"/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鄰里租屋壓力： 擔心寵物吠叫引發公寓鄰居投訴，甚至影響租約。</a:t>
                      </a:r>
                    </a:p>
                    <a:p>
                      <a:pPr algn="l"/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託付孤獨感： 擔心突發加班或出差時，寵物會挨餓或產生分離焦慮。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Google Shape;2130;p98">
            <a:extLst>
              <a:ext uri="{FF2B5EF4-FFF2-40B4-BE49-F238E27FC236}">
                <a16:creationId xmlns:a16="http://schemas.microsoft.com/office/drawing/2014/main" id="{B6C89A31-9E56-202F-78E5-2AC61E4ECA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1534357"/>
              </p:ext>
            </p:extLst>
          </p:nvPr>
        </p:nvGraphicFramePr>
        <p:xfrm>
          <a:off x="4946072" y="192035"/>
          <a:ext cx="3990109" cy="4767647"/>
        </p:xfrm>
        <a:graphic>
          <a:graphicData uri="http://schemas.openxmlformats.org/drawingml/2006/table">
            <a:tbl>
              <a:tblPr>
                <a:noFill/>
                <a:tableStyleId>{1276A5D5-BF81-46A3-9533-16616B27CECB}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9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770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6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案例</a:t>
                      </a:r>
                      <a:r>
                        <a:rPr lang="en-US" altLang="zh-TW" sz="16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02</a:t>
                      </a:r>
                      <a:br>
                        <a:rPr lang="en-US" altLang="zh-TW" sz="16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</a:br>
                      <a:r>
                        <a:rPr lang="zh-TW" altLang="en-US" sz="1600" b="1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sym typeface="Arial"/>
                        </a:rPr>
                        <a:t>小小探索家祐晨</a:t>
                      </a:r>
                      <a:endParaRPr sz="1600" b="1" i="0" u="none" strike="noStrike" cap="none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5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年齡</a:t>
                      </a:r>
                      <a:endParaRPr sz="1500" b="1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5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sym typeface="Libre Baskerville"/>
                        </a:rPr>
                        <a:t>10</a:t>
                      </a:r>
                      <a:r>
                        <a:rPr lang="zh-TW" altLang="en-US" sz="15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sym typeface="Libre Baskerville"/>
                        </a:rPr>
                        <a:t>歲</a:t>
                      </a:r>
                      <a:endParaRPr sz="1500" b="1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16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5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性別</a:t>
                      </a:r>
                      <a:endParaRPr sz="1500" b="1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Roboto"/>
                        </a:rPr>
                        <a:t>男</a:t>
                      </a:r>
                      <a:endParaRPr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456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5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背景分析</a:t>
                      </a:r>
                      <a:endParaRPr sz="1500" b="1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祐晨正是對世界充滿好奇心的年紀。</a:t>
                      </a:r>
                      <a:b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</a:br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自從在寵物店看到可愛的幼犬後，便一直求爸爸媽媽讓他養寵物。小名的家庭成員還有父母以及一個剛滿 </a:t>
                      </a:r>
                      <a:r>
                        <a:rPr lang="en-US" altLang="zh-TW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3 </a:t>
                      </a:r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歲、正處於橫衝直撞階段的弟弟。。</a:t>
                      </a:r>
                      <a:endParaRPr sz="1000" b="0" i="0" u="none" strike="noStrike" cap="none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954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5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目標需求</a:t>
                      </a:r>
                      <a:endParaRPr sz="1500" b="1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生命教育： 難度適中的照護流程，讓孩子學習責任感。</a:t>
                      </a:r>
                    </a:p>
                    <a:p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安全互動： 寵物必須情緒穩定、性格溫和且衛生風險低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3118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5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痛點分析</a:t>
                      </a:r>
                      <a:endParaRPr sz="1500" b="1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幼兒安全： 擔心寵物誤傷（咬、抓）</a:t>
                      </a:r>
                      <a:r>
                        <a:rPr lang="en-US" altLang="zh-TW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3 </a:t>
                      </a:r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歲弟弟，或引發過敏。</a:t>
                      </a:r>
                    </a:p>
                    <a:p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三分鐘熱度： 若照護過於繁雜，寵物最終將淪為家長的負擔。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669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AAD90-15AA-8886-FE9C-62E96B9FC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2130;p98">
            <a:extLst>
              <a:ext uri="{FF2B5EF4-FFF2-40B4-BE49-F238E27FC236}">
                <a16:creationId xmlns:a16="http://schemas.microsoft.com/office/drawing/2014/main" id="{4335E0B7-40E2-D0A4-8B75-75C08B263E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3080335"/>
              </p:ext>
            </p:extLst>
          </p:nvPr>
        </p:nvGraphicFramePr>
        <p:xfrm>
          <a:off x="207820" y="192037"/>
          <a:ext cx="3990109" cy="4842028"/>
        </p:xfrm>
        <a:graphic>
          <a:graphicData uri="http://schemas.openxmlformats.org/drawingml/2006/table">
            <a:tbl>
              <a:tblPr>
                <a:noFill/>
                <a:tableStyleId>{1276A5D5-BF81-46A3-9533-16616B27CECB}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9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1924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6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案例</a:t>
                      </a:r>
                      <a:r>
                        <a:rPr lang="en-US" altLang="zh-TW" sz="16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03</a:t>
                      </a:r>
                      <a:br>
                        <a:rPr lang="en-US" altLang="zh-TW" sz="16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</a:br>
                      <a:r>
                        <a:rPr lang="zh-TW" altLang="en-US" sz="1600" b="1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sym typeface="Arial"/>
                        </a:rPr>
                        <a:t>希望獲得更多關注的協會 負責人慧玲</a:t>
                      </a:r>
                      <a:endParaRPr sz="1600" b="1" i="0" u="none" strike="noStrike" cap="none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4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5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年齡</a:t>
                      </a:r>
                      <a:endParaRPr sz="1500" b="1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5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sym typeface="Libre Baskerville"/>
                        </a:rPr>
                        <a:t>43</a:t>
                      </a:r>
                      <a:r>
                        <a:rPr lang="zh-TW" altLang="en-US" sz="15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sym typeface="Libre Baskerville"/>
                        </a:rPr>
                        <a:t>歲</a:t>
                      </a:r>
                      <a:endParaRPr sz="1500" b="1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14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5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性別</a:t>
                      </a:r>
                      <a:endParaRPr sz="1500" b="1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Roboto"/>
                        </a:rPr>
                        <a:t>女</a:t>
                      </a:r>
                      <a:endParaRPr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227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5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背景分析</a:t>
                      </a:r>
                      <a:endParaRPr sz="1500" b="1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慧玲是一名帶領少數志工與正職，每天的生活圍繞在照顧動物、跑動物醫院、處理大量繁瑣的認養申請書，並試圖在社群平台上發文提高浪浪的曝光度。</a:t>
                      </a:r>
                      <a:endParaRPr sz="1000" b="0" i="0" u="none" strike="noStrike" cap="none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100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5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目標需求</a:t>
                      </a:r>
                      <a:endParaRPr sz="1500" b="1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提高曝光度： 讓更多待領養的孩子有機會被看見。</a:t>
                      </a:r>
                    </a:p>
                    <a:p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初步篩選適合飼主</a:t>
                      </a:r>
                      <a:r>
                        <a:rPr lang="en-US" altLang="zh-TW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:</a:t>
                      </a:r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用科技幫忙分擔行政審查，降低退養率。</a:t>
                      </a:r>
                    </a:p>
                    <a:p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科普及傳遞相關知識經驗</a:t>
                      </a:r>
                      <a:r>
                        <a:rPr lang="en-US" altLang="zh-TW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:</a:t>
                      </a:r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攜手專家，把第一線的經驗化為正確的教育內容。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8316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5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痛點分析</a:t>
                      </a:r>
                      <a:endParaRPr sz="1500" b="1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浪浪曝光率低： 中小型機構往往缺乏專業的行銷與數位資源，訊息很難傳遞給同溫層以外的潛在飼主。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衝動領養導致退養率高： 當現實生活出現落差，飼主往往因無力應對而選擇退養。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網路錯誤飼養觀念氾濫</a:t>
                      </a:r>
                      <a:r>
                        <a:rPr lang="en-US" altLang="zh-TW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:</a:t>
                      </a:r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許多新手飼主分不清資訊來源是否正確，盲目跟風。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Google Shape;2130;p98">
            <a:extLst>
              <a:ext uri="{FF2B5EF4-FFF2-40B4-BE49-F238E27FC236}">
                <a16:creationId xmlns:a16="http://schemas.microsoft.com/office/drawing/2014/main" id="{D8E94243-1529-6092-AD93-BBC48E4C6B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9081385"/>
              </p:ext>
            </p:extLst>
          </p:nvPr>
        </p:nvGraphicFramePr>
        <p:xfrm>
          <a:off x="4946072" y="192035"/>
          <a:ext cx="3990109" cy="4767647"/>
        </p:xfrm>
        <a:graphic>
          <a:graphicData uri="http://schemas.openxmlformats.org/drawingml/2006/table">
            <a:tbl>
              <a:tblPr>
                <a:noFill/>
                <a:tableStyleId>{1276A5D5-BF81-46A3-9533-16616B27CECB}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9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770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6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案例</a:t>
                      </a:r>
                      <a:r>
                        <a:rPr lang="en-US" altLang="zh-TW" sz="16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04</a:t>
                      </a:r>
                      <a:br>
                        <a:rPr lang="en-US" altLang="zh-TW" sz="16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</a:br>
                      <a:r>
                        <a:rPr lang="zh-TW" altLang="en-US" sz="1600" b="1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sym typeface="Arial"/>
                        </a:rPr>
                        <a:t>樂於分享正確知識，重視科學實證梁醫生</a:t>
                      </a:r>
                      <a:endParaRPr sz="1600" b="1" i="0" u="none" strike="noStrike" cap="none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5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年齡</a:t>
                      </a:r>
                      <a:endParaRPr sz="1500" b="1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5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sym typeface="Libre Baskerville"/>
                        </a:rPr>
                        <a:t>10</a:t>
                      </a:r>
                      <a:r>
                        <a:rPr lang="zh-TW" altLang="en-US" sz="15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sym typeface="Libre Baskerville"/>
                        </a:rPr>
                        <a:t>歲</a:t>
                      </a:r>
                      <a:endParaRPr sz="1500" b="1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16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5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性別</a:t>
                      </a:r>
                      <a:endParaRPr sz="1500" b="1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Roboto"/>
                        </a:rPr>
                        <a:t>男</a:t>
                      </a:r>
                      <a:endParaRPr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456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5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背景分析</a:t>
                      </a:r>
                      <a:endParaRPr sz="1500" b="1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梁醫生常常看到許多毛孩，因為主人聽信錯誤偏方，而承受了原本可以避免的極大痛苦。每次看到毛孩受苦、主人又後悔莫及的樣子，心裡就無比難受。</a:t>
                      </a:r>
                      <a:endParaRPr sz="1000" b="0" i="0" u="none" strike="noStrike" cap="none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954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5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目標需求</a:t>
                      </a:r>
                      <a:endParaRPr sz="1500" b="1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源頭端：提升大眾正確的毛孩照護觀念</a:t>
                      </a:r>
                    </a:p>
                    <a:p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臨床端：建立高效、有溫度的醫病溝通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3118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5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Libre Baskerville"/>
                          <a:sym typeface="Libre Baskerville"/>
                        </a:rPr>
                        <a:t>痛點分析</a:t>
                      </a:r>
                      <a:endParaRPr sz="1500" b="1" dirty="0">
                        <a:solidFill>
                          <a:schemeClr val="bg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Libre Baskerville"/>
                        <a:sym typeface="Libre Baskervill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無力感與心理創傷： 每次看到毛孩因為偏方受苦、飼主事後崩潰後悔，這種本可避免的悲劇會不斷累積成他內心的無力感與情緒重擔。</a:t>
                      </a:r>
                    </a:p>
                    <a:p>
                      <a:r>
                        <a:rPr lang="zh-TW" altLang="en-US" sz="1000" b="0" i="0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Roboto"/>
                          <a:sym typeface="Arial"/>
                        </a:rPr>
                        <a:t>衛教資訊傳播的斷層： 他在門診時能與每位飼主溝通的時間極其有限。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474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79"/>
          <p:cNvSpPr txBox="1">
            <a:spLocks noGrp="1"/>
          </p:cNvSpPr>
          <p:nvPr>
            <p:ph type="title" idx="6"/>
          </p:nvPr>
        </p:nvSpPr>
        <p:spPr>
          <a:xfrm>
            <a:off x="714125" y="544075"/>
            <a:ext cx="771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600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合作夥伴</a:t>
            </a:r>
            <a:endParaRPr sz="3600"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13" name="Google Shape;1413;p79"/>
          <p:cNvSpPr txBox="1">
            <a:spLocks noGrp="1"/>
          </p:cNvSpPr>
          <p:nvPr>
            <p:ph type="subTitle" idx="3"/>
          </p:nvPr>
        </p:nvSpPr>
        <p:spPr>
          <a:xfrm>
            <a:off x="3397091" y="2416262"/>
            <a:ext cx="2609916" cy="179551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上架待認養毛孩資訊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分享動物個性與健康狀況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提供認養流程與照護需求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追蹤認養後續狀況</a:t>
            </a:r>
            <a:endParaRPr lang="zh-TW" altLang="en-US" dirty="0">
              <a:solidFill>
                <a:schemeClr val="bg2">
                  <a:lumMod val="75000"/>
                </a:schemeClr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14" name="Google Shape;1414;p79"/>
          <p:cNvSpPr txBox="1">
            <a:spLocks noGrp="1"/>
          </p:cNvSpPr>
          <p:nvPr>
            <p:ph type="title" idx="5"/>
          </p:nvPr>
        </p:nvSpPr>
        <p:spPr>
          <a:xfrm>
            <a:off x="3672000" y="1980590"/>
            <a:ext cx="180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認養機構</a:t>
            </a:r>
            <a:endParaRPr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15" name="Google Shape;1415;p79"/>
          <p:cNvSpPr txBox="1">
            <a:spLocks noGrp="1"/>
          </p:cNvSpPr>
          <p:nvPr>
            <p:ph type="subTitle" idx="1"/>
          </p:nvPr>
        </p:nvSpPr>
        <p:spPr>
          <a:xfrm>
            <a:off x="638416" y="2416262"/>
            <a:ext cx="2665438" cy="179551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分享飼養經驗與生活日常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提出問題與照護困擾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提供新手建議與情感支持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建立互相陪伴的社群環境</a:t>
            </a:r>
            <a:endParaRPr lang="zh-TW" altLang="en-US" dirty="0">
              <a:solidFill>
                <a:schemeClr val="bg2">
                  <a:lumMod val="75000"/>
                </a:schemeClr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16" name="Google Shape;1416;p79"/>
          <p:cNvSpPr txBox="1">
            <a:spLocks noGrp="1"/>
          </p:cNvSpPr>
          <p:nvPr>
            <p:ph type="subTitle" idx="2"/>
          </p:nvPr>
        </p:nvSpPr>
        <p:spPr>
          <a:xfrm>
            <a:off x="6155790" y="2416261"/>
            <a:ext cx="2665437" cy="17955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回答飼養相關問題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提供行為與健康建議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分享專業文章與照護知識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協助撰寫測驗題目</a:t>
            </a:r>
            <a:endParaRPr lang="zh-TW" altLang="en-US" dirty="0">
              <a:solidFill>
                <a:schemeClr val="bg2">
                  <a:lumMod val="75000"/>
                </a:schemeClr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17" name="Google Shape;1417;p79"/>
          <p:cNvSpPr txBox="1">
            <a:spLocks noGrp="1"/>
          </p:cNvSpPr>
          <p:nvPr>
            <p:ph type="title"/>
          </p:nvPr>
        </p:nvSpPr>
        <p:spPr>
          <a:xfrm>
            <a:off x="913325" y="1980590"/>
            <a:ext cx="180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飼主</a:t>
            </a:r>
            <a:endParaRPr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18" name="Google Shape;1418;p79"/>
          <p:cNvSpPr txBox="1">
            <a:spLocks noGrp="1"/>
          </p:cNvSpPr>
          <p:nvPr>
            <p:ph type="title" idx="4"/>
          </p:nvPr>
        </p:nvSpPr>
        <p:spPr>
          <a:xfrm>
            <a:off x="6430700" y="1980590"/>
            <a:ext cx="180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專家</a:t>
            </a:r>
            <a:endParaRPr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1419" name="Google Shape;1419;p79"/>
          <p:cNvGrpSpPr/>
          <p:nvPr/>
        </p:nvGrpSpPr>
        <p:grpSpPr>
          <a:xfrm>
            <a:off x="4228887" y="1135377"/>
            <a:ext cx="713908" cy="714617"/>
            <a:chOff x="3508282" y="3810341"/>
            <a:chExt cx="351644" cy="351959"/>
          </a:xfrm>
        </p:grpSpPr>
        <p:sp>
          <p:nvSpPr>
            <p:cNvPr id="1420" name="Google Shape;1420;p79"/>
            <p:cNvSpPr/>
            <p:nvPr/>
          </p:nvSpPr>
          <p:spPr>
            <a:xfrm>
              <a:off x="3508282" y="3810341"/>
              <a:ext cx="133180" cy="64232"/>
            </a:xfrm>
            <a:custGeom>
              <a:avLst/>
              <a:gdLst/>
              <a:ahLst/>
              <a:cxnLst/>
              <a:rect l="l" t="t" r="r" b="b"/>
              <a:pathLst>
                <a:path w="8895" h="4290" extrusionOk="0">
                  <a:moveTo>
                    <a:pt x="2503" y="1"/>
                  </a:moveTo>
                  <a:cubicBezTo>
                    <a:pt x="1115" y="1"/>
                    <a:pt x="1" y="1115"/>
                    <a:pt x="1" y="2503"/>
                  </a:cubicBezTo>
                  <a:cubicBezTo>
                    <a:pt x="1" y="3491"/>
                    <a:pt x="800" y="4290"/>
                    <a:pt x="1788" y="4290"/>
                  </a:cubicBezTo>
                  <a:cubicBezTo>
                    <a:pt x="2797" y="4290"/>
                    <a:pt x="7191" y="3491"/>
                    <a:pt x="7191" y="2503"/>
                  </a:cubicBezTo>
                  <a:lnTo>
                    <a:pt x="8600" y="2503"/>
                  </a:lnTo>
                  <a:cubicBezTo>
                    <a:pt x="8600" y="1809"/>
                    <a:pt x="8894" y="1178"/>
                    <a:pt x="8432" y="737"/>
                  </a:cubicBezTo>
                  <a:cubicBezTo>
                    <a:pt x="7990" y="274"/>
                    <a:pt x="3197" y="1"/>
                    <a:pt x="25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21" name="Google Shape;1421;p79"/>
            <p:cNvSpPr/>
            <p:nvPr/>
          </p:nvSpPr>
          <p:spPr>
            <a:xfrm>
              <a:off x="3535053" y="3847802"/>
              <a:ext cx="58872" cy="26771"/>
            </a:xfrm>
            <a:custGeom>
              <a:avLst/>
              <a:gdLst/>
              <a:ahLst/>
              <a:cxnLst/>
              <a:rect l="l" t="t" r="r" b="b"/>
              <a:pathLst>
                <a:path w="3932" h="1788" extrusionOk="0">
                  <a:moveTo>
                    <a:pt x="1808" y="1"/>
                  </a:moveTo>
                  <a:cubicBezTo>
                    <a:pt x="1808" y="989"/>
                    <a:pt x="1009" y="1788"/>
                    <a:pt x="0" y="1788"/>
                  </a:cubicBezTo>
                  <a:lnTo>
                    <a:pt x="3932" y="1788"/>
                  </a:lnTo>
                  <a:lnTo>
                    <a:pt x="393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22" name="Google Shape;1422;p79"/>
            <p:cNvSpPr/>
            <p:nvPr/>
          </p:nvSpPr>
          <p:spPr>
            <a:xfrm>
              <a:off x="3545743" y="3810341"/>
              <a:ext cx="239261" cy="351959"/>
            </a:xfrm>
            <a:custGeom>
              <a:avLst/>
              <a:gdLst/>
              <a:ahLst/>
              <a:cxnLst/>
              <a:rect l="l" t="t" r="r" b="b"/>
              <a:pathLst>
                <a:path w="15980" h="23507" extrusionOk="0">
                  <a:moveTo>
                    <a:pt x="1" y="1"/>
                  </a:moveTo>
                  <a:cubicBezTo>
                    <a:pt x="653" y="1"/>
                    <a:pt x="1304" y="253"/>
                    <a:pt x="1767" y="737"/>
                  </a:cubicBezTo>
                  <a:cubicBezTo>
                    <a:pt x="1872" y="821"/>
                    <a:pt x="1956" y="926"/>
                    <a:pt x="2040" y="1031"/>
                  </a:cubicBezTo>
                  <a:cubicBezTo>
                    <a:pt x="2335" y="1451"/>
                    <a:pt x="2503" y="1977"/>
                    <a:pt x="2503" y="2503"/>
                  </a:cubicBezTo>
                  <a:lnTo>
                    <a:pt x="2503" y="21004"/>
                  </a:lnTo>
                  <a:cubicBezTo>
                    <a:pt x="2503" y="22371"/>
                    <a:pt x="3617" y="23506"/>
                    <a:pt x="5005" y="23506"/>
                  </a:cubicBezTo>
                  <a:lnTo>
                    <a:pt x="8747" y="23506"/>
                  </a:lnTo>
                  <a:cubicBezTo>
                    <a:pt x="9209" y="23065"/>
                    <a:pt x="11312" y="23212"/>
                    <a:pt x="11312" y="22539"/>
                  </a:cubicBezTo>
                  <a:lnTo>
                    <a:pt x="15979" y="19217"/>
                  </a:lnTo>
                  <a:lnTo>
                    <a:pt x="15979" y="2503"/>
                  </a:lnTo>
                  <a:cubicBezTo>
                    <a:pt x="15979" y="1115"/>
                    <a:pt x="14865" y="1"/>
                    <a:pt x="13477" y="1"/>
                  </a:cubicBezTo>
                  <a:close/>
                </a:path>
              </a:pathLst>
            </a:custGeom>
            <a:solidFill>
              <a:srgbClr val="FFF7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23" name="Google Shape;1423;p79"/>
            <p:cNvSpPr/>
            <p:nvPr/>
          </p:nvSpPr>
          <p:spPr>
            <a:xfrm>
              <a:off x="3583205" y="4082317"/>
              <a:ext cx="201799" cy="79983"/>
            </a:xfrm>
            <a:custGeom>
              <a:avLst/>
              <a:gdLst/>
              <a:ahLst/>
              <a:cxnLst/>
              <a:rect l="l" t="t" r="r" b="b"/>
              <a:pathLst>
                <a:path w="13478" h="5342" extrusionOk="0">
                  <a:moveTo>
                    <a:pt x="1" y="1"/>
                  </a:moveTo>
                  <a:lnTo>
                    <a:pt x="1" y="2839"/>
                  </a:lnTo>
                  <a:cubicBezTo>
                    <a:pt x="1" y="4206"/>
                    <a:pt x="1115" y="5341"/>
                    <a:pt x="2503" y="5341"/>
                  </a:cubicBezTo>
                  <a:lnTo>
                    <a:pt x="6245" y="5341"/>
                  </a:lnTo>
                  <a:cubicBezTo>
                    <a:pt x="6707" y="4900"/>
                    <a:pt x="8810" y="5047"/>
                    <a:pt x="8810" y="4374"/>
                  </a:cubicBezTo>
                  <a:lnTo>
                    <a:pt x="13477" y="1052"/>
                  </a:lnTo>
                  <a:lnTo>
                    <a:pt x="134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24" name="Google Shape;1424;p79"/>
            <p:cNvSpPr/>
            <p:nvPr/>
          </p:nvSpPr>
          <p:spPr>
            <a:xfrm>
              <a:off x="3545429" y="3810341"/>
              <a:ext cx="232328" cy="15437"/>
            </a:xfrm>
            <a:custGeom>
              <a:avLst/>
              <a:gdLst/>
              <a:ahLst/>
              <a:cxnLst/>
              <a:rect l="l" t="t" r="r" b="b"/>
              <a:pathLst>
                <a:path w="15517" h="1031" extrusionOk="0">
                  <a:moveTo>
                    <a:pt x="1" y="1"/>
                  </a:moveTo>
                  <a:cubicBezTo>
                    <a:pt x="674" y="1"/>
                    <a:pt x="1304" y="253"/>
                    <a:pt x="1788" y="737"/>
                  </a:cubicBezTo>
                  <a:cubicBezTo>
                    <a:pt x="1872" y="821"/>
                    <a:pt x="1956" y="926"/>
                    <a:pt x="2040" y="1031"/>
                  </a:cubicBezTo>
                  <a:lnTo>
                    <a:pt x="15517" y="1031"/>
                  </a:lnTo>
                  <a:cubicBezTo>
                    <a:pt x="15054" y="379"/>
                    <a:pt x="14297" y="1"/>
                    <a:pt x="1349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25" name="Google Shape;1425;p79"/>
            <p:cNvSpPr/>
            <p:nvPr/>
          </p:nvSpPr>
          <p:spPr>
            <a:xfrm>
              <a:off x="3620666" y="4097753"/>
              <a:ext cx="239261" cy="64546"/>
            </a:xfrm>
            <a:custGeom>
              <a:avLst/>
              <a:gdLst/>
              <a:ahLst/>
              <a:cxnLst/>
              <a:rect l="l" t="t" r="r" b="b"/>
              <a:pathLst>
                <a:path w="15980" h="4311" extrusionOk="0">
                  <a:moveTo>
                    <a:pt x="715" y="0"/>
                  </a:moveTo>
                  <a:cubicBezTo>
                    <a:pt x="1704" y="0"/>
                    <a:pt x="2503" y="820"/>
                    <a:pt x="2503" y="1808"/>
                  </a:cubicBezTo>
                  <a:cubicBezTo>
                    <a:pt x="2503" y="2355"/>
                    <a:pt x="2313" y="2901"/>
                    <a:pt x="1977" y="3343"/>
                  </a:cubicBezTo>
                  <a:cubicBezTo>
                    <a:pt x="1914" y="3406"/>
                    <a:pt x="1851" y="3490"/>
                    <a:pt x="1767" y="3574"/>
                  </a:cubicBezTo>
                  <a:cubicBezTo>
                    <a:pt x="1304" y="4037"/>
                    <a:pt x="673" y="4310"/>
                    <a:pt x="1" y="4310"/>
                  </a:cubicBezTo>
                  <a:lnTo>
                    <a:pt x="13477" y="4310"/>
                  </a:lnTo>
                  <a:cubicBezTo>
                    <a:pt x="14129" y="4310"/>
                    <a:pt x="14760" y="4037"/>
                    <a:pt x="15243" y="3574"/>
                  </a:cubicBezTo>
                  <a:cubicBezTo>
                    <a:pt x="15306" y="3490"/>
                    <a:pt x="15390" y="3406"/>
                    <a:pt x="15454" y="3343"/>
                  </a:cubicBezTo>
                  <a:cubicBezTo>
                    <a:pt x="15790" y="2901"/>
                    <a:pt x="15979" y="2355"/>
                    <a:pt x="15979" y="1808"/>
                  </a:cubicBezTo>
                  <a:cubicBezTo>
                    <a:pt x="15979" y="820"/>
                    <a:pt x="15180" y="21"/>
                    <a:pt x="14192" y="0"/>
                  </a:cubicBezTo>
                  <a:close/>
                </a:path>
              </a:pathLst>
            </a:custGeom>
            <a:solidFill>
              <a:srgbClr val="FFF7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26" name="Google Shape;1426;p79"/>
            <p:cNvSpPr/>
            <p:nvPr/>
          </p:nvSpPr>
          <p:spPr>
            <a:xfrm>
              <a:off x="3620666" y="4147791"/>
              <a:ext cx="231385" cy="14508"/>
            </a:xfrm>
            <a:custGeom>
              <a:avLst/>
              <a:gdLst/>
              <a:ahLst/>
              <a:cxnLst/>
              <a:rect l="l" t="t" r="r" b="b"/>
              <a:pathLst>
                <a:path w="15454" h="969" extrusionOk="0">
                  <a:moveTo>
                    <a:pt x="1977" y="1"/>
                  </a:moveTo>
                  <a:cubicBezTo>
                    <a:pt x="1914" y="64"/>
                    <a:pt x="1851" y="148"/>
                    <a:pt x="1767" y="232"/>
                  </a:cubicBezTo>
                  <a:cubicBezTo>
                    <a:pt x="1304" y="695"/>
                    <a:pt x="673" y="968"/>
                    <a:pt x="1" y="968"/>
                  </a:cubicBezTo>
                  <a:lnTo>
                    <a:pt x="13477" y="968"/>
                  </a:lnTo>
                  <a:cubicBezTo>
                    <a:pt x="14129" y="968"/>
                    <a:pt x="14760" y="695"/>
                    <a:pt x="15243" y="232"/>
                  </a:cubicBezTo>
                  <a:cubicBezTo>
                    <a:pt x="15306" y="148"/>
                    <a:pt x="15390" y="64"/>
                    <a:pt x="154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27" name="Google Shape;1427;p79"/>
            <p:cNvSpPr/>
            <p:nvPr/>
          </p:nvSpPr>
          <p:spPr>
            <a:xfrm>
              <a:off x="3604301" y="4097753"/>
              <a:ext cx="53841" cy="27085"/>
            </a:xfrm>
            <a:custGeom>
              <a:avLst/>
              <a:gdLst/>
              <a:ahLst/>
              <a:cxnLst/>
              <a:rect l="l" t="t" r="r" b="b"/>
              <a:pathLst>
                <a:path w="3596" h="1809" extrusionOk="0">
                  <a:moveTo>
                    <a:pt x="1787" y="0"/>
                  </a:moveTo>
                  <a:cubicBezTo>
                    <a:pt x="799" y="0"/>
                    <a:pt x="0" y="820"/>
                    <a:pt x="0" y="1808"/>
                  </a:cubicBezTo>
                  <a:lnTo>
                    <a:pt x="3596" y="1808"/>
                  </a:lnTo>
                  <a:cubicBezTo>
                    <a:pt x="3575" y="820"/>
                    <a:pt x="2776" y="0"/>
                    <a:pt x="17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28" name="Google Shape;1428;p79"/>
            <p:cNvSpPr/>
            <p:nvPr/>
          </p:nvSpPr>
          <p:spPr>
            <a:xfrm>
              <a:off x="3606187" y="3867401"/>
              <a:ext cx="159292" cy="25124"/>
            </a:xfrm>
            <a:custGeom>
              <a:avLst/>
              <a:gdLst/>
              <a:ahLst/>
              <a:cxnLst/>
              <a:rect l="l" t="t" r="r" b="b"/>
              <a:pathLst>
                <a:path w="10639" h="1678" extrusionOk="0">
                  <a:moveTo>
                    <a:pt x="4353" y="0"/>
                  </a:moveTo>
                  <a:cubicBezTo>
                    <a:pt x="3901" y="0"/>
                    <a:pt x="3449" y="195"/>
                    <a:pt x="3133" y="584"/>
                  </a:cubicBezTo>
                  <a:cubicBezTo>
                    <a:pt x="2954" y="836"/>
                    <a:pt x="2681" y="962"/>
                    <a:pt x="2410" y="962"/>
                  </a:cubicBezTo>
                  <a:cubicBezTo>
                    <a:pt x="2140" y="962"/>
                    <a:pt x="1872" y="836"/>
                    <a:pt x="1703" y="584"/>
                  </a:cubicBezTo>
                  <a:cubicBezTo>
                    <a:pt x="1388" y="226"/>
                    <a:pt x="947" y="16"/>
                    <a:pt x="484" y="16"/>
                  </a:cubicBezTo>
                  <a:cubicBezTo>
                    <a:pt x="477" y="16"/>
                    <a:pt x="471" y="16"/>
                    <a:pt x="464" y="16"/>
                  </a:cubicBezTo>
                  <a:cubicBezTo>
                    <a:pt x="1" y="16"/>
                    <a:pt x="7" y="731"/>
                    <a:pt x="484" y="731"/>
                  </a:cubicBezTo>
                  <a:cubicBezTo>
                    <a:pt x="757" y="731"/>
                    <a:pt x="1031" y="878"/>
                    <a:pt x="1199" y="1109"/>
                  </a:cubicBezTo>
                  <a:cubicBezTo>
                    <a:pt x="1514" y="1488"/>
                    <a:pt x="1966" y="1677"/>
                    <a:pt x="2418" y="1677"/>
                  </a:cubicBezTo>
                  <a:cubicBezTo>
                    <a:pt x="2870" y="1677"/>
                    <a:pt x="3322" y="1488"/>
                    <a:pt x="3638" y="1109"/>
                  </a:cubicBezTo>
                  <a:cubicBezTo>
                    <a:pt x="3806" y="857"/>
                    <a:pt x="4079" y="731"/>
                    <a:pt x="4353" y="731"/>
                  </a:cubicBezTo>
                  <a:cubicBezTo>
                    <a:pt x="4626" y="731"/>
                    <a:pt x="4899" y="857"/>
                    <a:pt x="5067" y="1109"/>
                  </a:cubicBezTo>
                  <a:cubicBezTo>
                    <a:pt x="5383" y="1488"/>
                    <a:pt x="5835" y="1677"/>
                    <a:pt x="6287" y="1677"/>
                  </a:cubicBezTo>
                  <a:cubicBezTo>
                    <a:pt x="6739" y="1677"/>
                    <a:pt x="7191" y="1488"/>
                    <a:pt x="7506" y="1109"/>
                  </a:cubicBezTo>
                  <a:cubicBezTo>
                    <a:pt x="7685" y="857"/>
                    <a:pt x="7958" y="731"/>
                    <a:pt x="8229" y="731"/>
                  </a:cubicBezTo>
                  <a:cubicBezTo>
                    <a:pt x="8500" y="731"/>
                    <a:pt x="8768" y="857"/>
                    <a:pt x="8936" y="1109"/>
                  </a:cubicBezTo>
                  <a:cubicBezTo>
                    <a:pt x="9251" y="1467"/>
                    <a:pt x="9693" y="1677"/>
                    <a:pt x="10176" y="1677"/>
                  </a:cubicBezTo>
                  <a:cubicBezTo>
                    <a:pt x="10639" y="1677"/>
                    <a:pt x="10639" y="962"/>
                    <a:pt x="10176" y="962"/>
                  </a:cubicBezTo>
                  <a:cubicBezTo>
                    <a:pt x="9882" y="962"/>
                    <a:pt x="9609" y="815"/>
                    <a:pt x="9461" y="584"/>
                  </a:cubicBezTo>
                  <a:cubicBezTo>
                    <a:pt x="9136" y="195"/>
                    <a:pt x="8678" y="0"/>
                    <a:pt x="8224" y="0"/>
                  </a:cubicBezTo>
                  <a:cubicBezTo>
                    <a:pt x="7769" y="0"/>
                    <a:pt x="7317" y="195"/>
                    <a:pt x="7002" y="584"/>
                  </a:cubicBezTo>
                  <a:cubicBezTo>
                    <a:pt x="6833" y="836"/>
                    <a:pt x="6565" y="962"/>
                    <a:pt x="6295" y="962"/>
                  </a:cubicBezTo>
                  <a:cubicBezTo>
                    <a:pt x="6024" y="962"/>
                    <a:pt x="5751" y="836"/>
                    <a:pt x="5572" y="584"/>
                  </a:cubicBezTo>
                  <a:cubicBezTo>
                    <a:pt x="5257" y="195"/>
                    <a:pt x="4805" y="0"/>
                    <a:pt x="43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29" name="Google Shape;1429;p79"/>
            <p:cNvSpPr/>
            <p:nvPr/>
          </p:nvSpPr>
          <p:spPr>
            <a:xfrm>
              <a:off x="3606187" y="3904159"/>
              <a:ext cx="159292" cy="25184"/>
            </a:xfrm>
            <a:custGeom>
              <a:avLst/>
              <a:gdLst/>
              <a:ahLst/>
              <a:cxnLst/>
              <a:rect l="l" t="t" r="r" b="b"/>
              <a:pathLst>
                <a:path w="10639" h="1682" extrusionOk="0">
                  <a:moveTo>
                    <a:pt x="484" y="0"/>
                  </a:moveTo>
                  <a:cubicBezTo>
                    <a:pt x="1" y="0"/>
                    <a:pt x="1" y="736"/>
                    <a:pt x="484" y="736"/>
                  </a:cubicBezTo>
                  <a:cubicBezTo>
                    <a:pt x="757" y="736"/>
                    <a:pt x="1031" y="883"/>
                    <a:pt x="1199" y="1093"/>
                  </a:cubicBezTo>
                  <a:cubicBezTo>
                    <a:pt x="1514" y="1482"/>
                    <a:pt x="1966" y="1677"/>
                    <a:pt x="2418" y="1677"/>
                  </a:cubicBezTo>
                  <a:cubicBezTo>
                    <a:pt x="2870" y="1677"/>
                    <a:pt x="3322" y="1482"/>
                    <a:pt x="3638" y="1093"/>
                  </a:cubicBezTo>
                  <a:cubicBezTo>
                    <a:pt x="3806" y="852"/>
                    <a:pt x="4079" y="731"/>
                    <a:pt x="4353" y="731"/>
                  </a:cubicBezTo>
                  <a:cubicBezTo>
                    <a:pt x="4626" y="731"/>
                    <a:pt x="4899" y="852"/>
                    <a:pt x="5067" y="1093"/>
                  </a:cubicBezTo>
                  <a:cubicBezTo>
                    <a:pt x="5383" y="1482"/>
                    <a:pt x="5835" y="1677"/>
                    <a:pt x="6287" y="1677"/>
                  </a:cubicBezTo>
                  <a:cubicBezTo>
                    <a:pt x="6739" y="1677"/>
                    <a:pt x="7191" y="1482"/>
                    <a:pt x="7506" y="1093"/>
                  </a:cubicBezTo>
                  <a:cubicBezTo>
                    <a:pt x="7685" y="852"/>
                    <a:pt x="7958" y="731"/>
                    <a:pt x="8229" y="731"/>
                  </a:cubicBezTo>
                  <a:cubicBezTo>
                    <a:pt x="8500" y="731"/>
                    <a:pt x="8768" y="852"/>
                    <a:pt x="8936" y="1093"/>
                  </a:cubicBezTo>
                  <a:cubicBezTo>
                    <a:pt x="9251" y="1472"/>
                    <a:pt x="9693" y="1682"/>
                    <a:pt x="10176" y="1682"/>
                  </a:cubicBezTo>
                  <a:cubicBezTo>
                    <a:pt x="10639" y="1682"/>
                    <a:pt x="10639" y="967"/>
                    <a:pt x="10176" y="967"/>
                  </a:cubicBezTo>
                  <a:cubicBezTo>
                    <a:pt x="9882" y="967"/>
                    <a:pt x="9609" y="820"/>
                    <a:pt x="9461" y="589"/>
                  </a:cubicBezTo>
                  <a:cubicBezTo>
                    <a:pt x="9136" y="200"/>
                    <a:pt x="8678" y="5"/>
                    <a:pt x="8224" y="5"/>
                  </a:cubicBezTo>
                  <a:cubicBezTo>
                    <a:pt x="7769" y="5"/>
                    <a:pt x="7317" y="200"/>
                    <a:pt x="7002" y="589"/>
                  </a:cubicBezTo>
                  <a:cubicBezTo>
                    <a:pt x="6833" y="841"/>
                    <a:pt x="6565" y="967"/>
                    <a:pt x="6295" y="967"/>
                  </a:cubicBezTo>
                  <a:cubicBezTo>
                    <a:pt x="6024" y="967"/>
                    <a:pt x="5751" y="841"/>
                    <a:pt x="5572" y="589"/>
                  </a:cubicBezTo>
                  <a:cubicBezTo>
                    <a:pt x="5257" y="200"/>
                    <a:pt x="4805" y="5"/>
                    <a:pt x="4353" y="5"/>
                  </a:cubicBezTo>
                  <a:cubicBezTo>
                    <a:pt x="3901" y="5"/>
                    <a:pt x="3449" y="200"/>
                    <a:pt x="3133" y="589"/>
                  </a:cubicBezTo>
                  <a:cubicBezTo>
                    <a:pt x="2954" y="841"/>
                    <a:pt x="2681" y="967"/>
                    <a:pt x="2410" y="967"/>
                  </a:cubicBezTo>
                  <a:cubicBezTo>
                    <a:pt x="2140" y="967"/>
                    <a:pt x="1872" y="841"/>
                    <a:pt x="1703" y="589"/>
                  </a:cubicBezTo>
                  <a:cubicBezTo>
                    <a:pt x="1388" y="231"/>
                    <a:pt x="947" y="21"/>
                    <a:pt x="4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30" name="Google Shape;1430;p79"/>
            <p:cNvSpPr/>
            <p:nvPr/>
          </p:nvSpPr>
          <p:spPr>
            <a:xfrm>
              <a:off x="3606187" y="3940976"/>
              <a:ext cx="159292" cy="25199"/>
            </a:xfrm>
            <a:custGeom>
              <a:avLst/>
              <a:gdLst/>
              <a:ahLst/>
              <a:cxnLst/>
              <a:rect l="l" t="t" r="r" b="b"/>
              <a:pathLst>
                <a:path w="10639" h="1683" extrusionOk="0">
                  <a:moveTo>
                    <a:pt x="484" y="1"/>
                  </a:moveTo>
                  <a:cubicBezTo>
                    <a:pt x="1" y="1"/>
                    <a:pt x="1" y="737"/>
                    <a:pt x="484" y="737"/>
                  </a:cubicBezTo>
                  <a:cubicBezTo>
                    <a:pt x="757" y="737"/>
                    <a:pt x="1031" y="884"/>
                    <a:pt x="1199" y="1094"/>
                  </a:cubicBezTo>
                  <a:cubicBezTo>
                    <a:pt x="1514" y="1483"/>
                    <a:pt x="1966" y="1678"/>
                    <a:pt x="2418" y="1678"/>
                  </a:cubicBezTo>
                  <a:cubicBezTo>
                    <a:pt x="2870" y="1678"/>
                    <a:pt x="3322" y="1483"/>
                    <a:pt x="3638" y="1094"/>
                  </a:cubicBezTo>
                  <a:cubicBezTo>
                    <a:pt x="3806" y="852"/>
                    <a:pt x="4079" y="732"/>
                    <a:pt x="4353" y="732"/>
                  </a:cubicBezTo>
                  <a:cubicBezTo>
                    <a:pt x="4626" y="732"/>
                    <a:pt x="4899" y="852"/>
                    <a:pt x="5067" y="1094"/>
                  </a:cubicBezTo>
                  <a:cubicBezTo>
                    <a:pt x="5383" y="1483"/>
                    <a:pt x="5835" y="1678"/>
                    <a:pt x="6287" y="1678"/>
                  </a:cubicBezTo>
                  <a:cubicBezTo>
                    <a:pt x="6739" y="1678"/>
                    <a:pt x="7191" y="1483"/>
                    <a:pt x="7506" y="1094"/>
                  </a:cubicBezTo>
                  <a:cubicBezTo>
                    <a:pt x="7685" y="852"/>
                    <a:pt x="7958" y="732"/>
                    <a:pt x="8229" y="732"/>
                  </a:cubicBezTo>
                  <a:cubicBezTo>
                    <a:pt x="8500" y="732"/>
                    <a:pt x="8768" y="852"/>
                    <a:pt x="8936" y="1094"/>
                  </a:cubicBezTo>
                  <a:cubicBezTo>
                    <a:pt x="9251" y="1473"/>
                    <a:pt x="9693" y="1683"/>
                    <a:pt x="10176" y="1683"/>
                  </a:cubicBezTo>
                  <a:cubicBezTo>
                    <a:pt x="10639" y="1683"/>
                    <a:pt x="10639" y="968"/>
                    <a:pt x="10176" y="968"/>
                  </a:cubicBezTo>
                  <a:cubicBezTo>
                    <a:pt x="9882" y="968"/>
                    <a:pt x="9609" y="821"/>
                    <a:pt x="9461" y="590"/>
                  </a:cubicBezTo>
                  <a:cubicBezTo>
                    <a:pt x="9136" y="201"/>
                    <a:pt x="8678" y="6"/>
                    <a:pt x="8224" y="6"/>
                  </a:cubicBezTo>
                  <a:cubicBezTo>
                    <a:pt x="7769" y="6"/>
                    <a:pt x="7317" y="201"/>
                    <a:pt x="7002" y="590"/>
                  </a:cubicBezTo>
                  <a:cubicBezTo>
                    <a:pt x="6833" y="842"/>
                    <a:pt x="6565" y="968"/>
                    <a:pt x="6295" y="968"/>
                  </a:cubicBezTo>
                  <a:cubicBezTo>
                    <a:pt x="6024" y="968"/>
                    <a:pt x="5751" y="842"/>
                    <a:pt x="5572" y="590"/>
                  </a:cubicBezTo>
                  <a:cubicBezTo>
                    <a:pt x="5257" y="201"/>
                    <a:pt x="4805" y="6"/>
                    <a:pt x="4353" y="6"/>
                  </a:cubicBezTo>
                  <a:cubicBezTo>
                    <a:pt x="3901" y="6"/>
                    <a:pt x="3449" y="201"/>
                    <a:pt x="3133" y="590"/>
                  </a:cubicBezTo>
                  <a:cubicBezTo>
                    <a:pt x="2954" y="842"/>
                    <a:pt x="2681" y="968"/>
                    <a:pt x="2410" y="968"/>
                  </a:cubicBezTo>
                  <a:cubicBezTo>
                    <a:pt x="2140" y="968"/>
                    <a:pt x="1872" y="842"/>
                    <a:pt x="1703" y="590"/>
                  </a:cubicBezTo>
                  <a:cubicBezTo>
                    <a:pt x="1388" y="232"/>
                    <a:pt x="947" y="22"/>
                    <a:pt x="4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31" name="Google Shape;1431;p79"/>
            <p:cNvSpPr/>
            <p:nvPr/>
          </p:nvSpPr>
          <p:spPr>
            <a:xfrm>
              <a:off x="3711639" y="3882434"/>
              <a:ext cx="147030" cy="147015"/>
            </a:xfrm>
            <a:custGeom>
              <a:avLst/>
              <a:gdLst/>
              <a:ahLst/>
              <a:cxnLst/>
              <a:rect l="l" t="t" r="r" b="b"/>
              <a:pathLst>
                <a:path w="9820" h="9819" extrusionOk="0">
                  <a:moveTo>
                    <a:pt x="9819" y="0"/>
                  </a:moveTo>
                  <a:cubicBezTo>
                    <a:pt x="6665" y="169"/>
                    <a:pt x="3953" y="1220"/>
                    <a:pt x="1977" y="3196"/>
                  </a:cubicBezTo>
                  <a:cubicBezTo>
                    <a:pt x="1" y="5193"/>
                    <a:pt x="421" y="6434"/>
                    <a:pt x="232" y="9587"/>
                  </a:cubicBezTo>
                  <a:cubicBezTo>
                    <a:pt x="3407" y="9398"/>
                    <a:pt x="4647" y="9819"/>
                    <a:pt x="6623" y="7842"/>
                  </a:cubicBezTo>
                  <a:cubicBezTo>
                    <a:pt x="7107" y="7359"/>
                    <a:pt x="7548" y="6812"/>
                    <a:pt x="7927" y="6245"/>
                  </a:cubicBezTo>
                  <a:lnTo>
                    <a:pt x="6203" y="5950"/>
                  </a:lnTo>
                  <a:lnTo>
                    <a:pt x="6224" y="5929"/>
                  </a:lnTo>
                  <a:cubicBezTo>
                    <a:pt x="8326" y="4668"/>
                    <a:pt x="9672" y="2460"/>
                    <a:pt x="9819" y="42"/>
                  </a:cubicBezTo>
                  <a:lnTo>
                    <a:pt x="981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32" name="Google Shape;1432;p79"/>
            <p:cNvSpPr/>
            <p:nvPr/>
          </p:nvSpPr>
          <p:spPr>
            <a:xfrm>
              <a:off x="3682996" y="3930915"/>
              <a:ext cx="127191" cy="127176"/>
            </a:xfrm>
            <a:custGeom>
              <a:avLst/>
              <a:gdLst/>
              <a:ahLst/>
              <a:cxnLst/>
              <a:rect l="l" t="t" r="r" b="b"/>
              <a:pathLst>
                <a:path w="8495" h="8494" extrusionOk="0">
                  <a:moveTo>
                    <a:pt x="8494" y="0"/>
                  </a:moveTo>
                  <a:lnTo>
                    <a:pt x="8494" y="0"/>
                  </a:lnTo>
                  <a:cubicBezTo>
                    <a:pt x="4983" y="2061"/>
                    <a:pt x="2061" y="4983"/>
                    <a:pt x="0" y="8494"/>
                  </a:cubicBezTo>
                  <a:cubicBezTo>
                    <a:pt x="3512" y="6434"/>
                    <a:pt x="6434" y="3511"/>
                    <a:pt x="84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433" name="Google Shape;1433;p79"/>
          <p:cNvGrpSpPr/>
          <p:nvPr/>
        </p:nvGrpSpPr>
        <p:grpSpPr>
          <a:xfrm>
            <a:off x="1590338" y="1068891"/>
            <a:ext cx="464967" cy="714618"/>
            <a:chOff x="3131170" y="3816884"/>
            <a:chExt cx="220051" cy="338169"/>
          </a:xfrm>
        </p:grpSpPr>
        <p:sp>
          <p:nvSpPr>
            <p:cNvPr id="1434" name="Google Shape;1434;p79"/>
            <p:cNvSpPr/>
            <p:nvPr/>
          </p:nvSpPr>
          <p:spPr>
            <a:xfrm>
              <a:off x="3131170" y="3816884"/>
              <a:ext cx="220051" cy="258530"/>
            </a:xfrm>
            <a:custGeom>
              <a:avLst/>
              <a:gdLst/>
              <a:ahLst/>
              <a:cxnLst/>
              <a:rect l="l" t="t" r="r" b="b"/>
              <a:pathLst>
                <a:path w="14697" h="17267" extrusionOk="0">
                  <a:moveTo>
                    <a:pt x="7357" y="0"/>
                  </a:moveTo>
                  <a:cubicBezTo>
                    <a:pt x="7233" y="0"/>
                    <a:pt x="7107" y="58"/>
                    <a:pt x="7023" y="173"/>
                  </a:cubicBezTo>
                  <a:lnTo>
                    <a:pt x="295" y="10055"/>
                  </a:lnTo>
                  <a:cubicBezTo>
                    <a:pt x="1" y="10496"/>
                    <a:pt x="43" y="11085"/>
                    <a:pt x="421" y="11464"/>
                  </a:cubicBezTo>
                  <a:lnTo>
                    <a:pt x="3638" y="14701"/>
                  </a:lnTo>
                  <a:cubicBezTo>
                    <a:pt x="3827" y="14912"/>
                    <a:pt x="3932" y="15164"/>
                    <a:pt x="3932" y="15437"/>
                  </a:cubicBezTo>
                  <a:lnTo>
                    <a:pt x="3932" y="17266"/>
                  </a:lnTo>
                  <a:lnTo>
                    <a:pt x="10765" y="17266"/>
                  </a:lnTo>
                  <a:lnTo>
                    <a:pt x="10765" y="15437"/>
                  </a:lnTo>
                  <a:cubicBezTo>
                    <a:pt x="10765" y="15164"/>
                    <a:pt x="10870" y="14912"/>
                    <a:pt x="11060" y="14701"/>
                  </a:cubicBezTo>
                  <a:lnTo>
                    <a:pt x="14276" y="11464"/>
                  </a:lnTo>
                  <a:cubicBezTo>
                    <a:pt x="14655" y="11085"/>
                    <a:pt x="14697" y="10496"/>
                    <a:pt x="14402" y="10055"/>
                  </a:cubicBezTo>
                  <a:lnTo>
                    <a:pt x="7675" y="173"/>
                  </a:lnTo>
                  <a:cubicBezTo>
                    <a:pt x="7601" y="58"/>
                    <a:pt x="7480" y="0"/>
                    <a:pt x="73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35" name="Google Shape;1435;p79"/>
            <p:cNvSpPr/>
            <p:nvPr/>
          </p:nvSpPr>
          <p:spPr>
            <a:xfrm>
              <a:off x="3131170" y="3816884"/>
              <a:ext cx="118373" cy="258530"/>
            </a:xfrm>
            <a:custGeom>
              <a:avLst/>
              <a:gdLst/>
              <a:ahLst/>
              <a:cxnLst/>
              <a:rect l="l" t="t" r="r" b="b"/>
              <a:pathLst>
                <a:path w="7906" h="17267" extrusionOk="0">
                  <a:moveTo>
                    <a:pt x="7357" y="0"/>
                  </a:moveTo>
                  <a:cubicBezTo>
                    <a:pt x="7233" y="0"/>
                    <a:pt x="7107" y="58"/>
                    <a:pt x="7023" y="173"/>
                  </a:cubicBezTo>
                  <a:lnTo>
                    <a:pt x="295" y="10055"/>
                  </a:lnTo>
                  <a:cubicBezTo>
                    <a:pt x="1" y="10496"/>
                    <a:pt x="43" y="11085"/>
                    <a:pt x="421" y="11464"/>
                  </a:cubicBezTo>
                  <a:lnTo>
                    <a:pt x="3638" y="14701"/>
                  </a:lnTo>
                  <a:cubicBezTo>
                    <a:pt x="3827" y="14912"/>
                    <a:pt x="3932" y="15164"/>
                    <a:pt x="3932" y="15437"/>
                  </a:cubicBezTo>
                  <a:lnTo>
                    <a:pt x="3932" y="17266"/>
                  </a:lnTo>
                  <a:lnTo>
                    <a:pt x="5026" y="17266"/>
                  </a:lnTo>
                  <a:lnTo>
                    <a:pt x="5026" y="15437"/>
                  </a:lnTo>
                  <a:cubicBezTo>
                    <a:pt x="5026" y="15164"/>
                    <a:pt x="4921" y="14912"/>
                    <a:pt x="4731" y="14701"/>
                  </a:cubicBezTo>
                  <a:lnTo>
                    <a:pt x="1515" y="11464"/>
                  </a:lnTo>
                  <a:cubicBezTo>
                    <a:pt x="1157" y="11085"/>
                    <a:pt x="1094" y="10496"/>
                    <a:pt x="1388" y="10055"/>
                  </a:cubicBezTo>
                  <a:lnTo>
                    <a:pt x="7906" y="510"/>
                  </a:lnTo>
                  <a:lnTo>
                    <a:pt x="7675" y="173"/>
                  </a:lnTo>
                  <a:cubicBezTo>
                    <a:pt x="7601" y="58"/>
                    <a:pt x="7480" y="0"/>
                    <a:pt x="73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36" name="Google Shape;1436;p79"/>
            <p:cNvSpPr/>
            <p:nvPr/>
          </p:nvSpPr>
          <p:spPr>
            <a:xfrm>
              <a:off x="3235049" y="3816884"/>
              <a:ext cx="12292" cy="179041"/>
            </a:xfrm>
            <a:custGeom>
              <a:avLst/>
              <a:gdLst/>
              <a:ahLst/>
              <a:cxnLst/>
              <a:rect l="l" t="t" r="r" b="b"/>
              <a:pathLst>
                <a:path w="821" h="11958" extrusionOk="0">
                  <a:moveTo>
                    <a:pt x="419" y="0"/>
                  </a:moveTo>
                  <a:cubicBezTo>
                    <a:pt x="295" y="0"/>
                    <a:pt x="169" y="58"/>
                    <a:pt x="85" y="173"/>
                  </a:cubicBezTo>
                  <a:lnTo>
                    <a:pt x="1" y="321"/>
                  </a:lnTo>
                  <a:lnTo>
                    <a:pt x="1" y="11548"/>
                  </a:lnTo>
                  <a:cubicBezTo>
                    <a:pt x="1" y="11821"/>
                    <a:pt x="206" y="11958"/>
                    <a:pt x="411" y="11958"/>
                  </a:cubicBezTo>
                  <a:cubicBezTo>
                    <a:pt x="616" y="11958"/>
                    <a:pt x="821" y="11821"/>
                    <a:pt x="821" y="11548"/>
                  </a:cubicBezTo>
                  <a:lnTo>
                    <a:pt x="821" y="321"/>
                  </a:lnTo>
                  <a:lnTo>
                    <a:pt x="737" y="173"/>
                  </a:lnTo>
                  <a:cubicBezTo>
                    <a:pt x="663" y="58"/>
                    <a:pt x="542" y="0"/>
                    <a:pt x="4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37" name="Google Shape;1437;p79"/>
            <p:cNvSpPr/>
            <p:nvPr/>
          </p:nvSpPr>
          <p:spPr>
            <a:xfrm>
              <a:off x="3212396" y="3974350"/>
              <a:ext cx="57929" cy="30858"/>
            </a:xfrm>
            <a:custGeom>
              <a:avLst/>
              <a:gdLst/>
              <a:ahLst/>
              <a:cxnLst/>
              <a:rect l="l" t="t" r="r" b="b"/>
              <a:pathLst>
                <a:path w="3869" h="2061" extrusionOk="0">
                  <a:moveTo>
                    <a:pt x="1367" y="0"/>
                  </a:moveTo>
                  <a:cubicBezTo>
                    <a:pt x="0" y="0"/>
                    <a:pt x="0" y="2061"/>
                    <a:pt x="1367" y="2061"/>
                  </a:cubicBezTo>
                  <a:lnTo>
                    <a:pt x="2502" y="2061"/>
                  </a:lnTo>
                  <a:cubicBezTo>
                    <a:pt x="3869" y="2061"/>
                    <a:pt x="3869" y="0"/>
                    <a:pt x="25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38" name="Google Shape;1438;p79"/>
            <p:cNvSpPr/>
            <p:nvPr/>
          </p:nvSpPr>
          <p:spPr>
            <a:xfrm>
              <a:off x="3213339" y="3981597"/>
              <a:ext cx="56042" cy="23612"/>
            </a:xfrm>
            <a:custGeom>
              <a:avLst/>
              <a:gdLst/>
              <a:ahLst/>
              <a:cxnLst/>
              <a:rect l="l" t="t" r="r" b="b"/>
              <a:pathLst>
                <a:path w="3743" h="1577" extrusionOk="0">
                  <a:moveTo>
                    <a:pt x="442" y="0"/>
                  </a:moveTo>
                  <a:lnTo>
                    <a:pt x="442" y="0"/>
                  </a:lnTo>
                  <a:cubicBezTo>
                    <a:pt x="0" y="694"/>
                    <a:pt x="484" y="1577"/>
                    <a:pt x="1304" y="1577"/>
                  </a:cubicBezTo>
                  <a:lnTo>
                    <a:pt x="2439" y="1577"/>
                  </a:lnTo>
                  <a:cubicBezTo>
                    <a:pt x="3238" y="1577"/>
                    <a:pt x="3742" y="694"/>
                    <a:pt x="3301" y="0"/>
                  </a:cubicBezTo>
                  <a:lnTo>
                    <a:pt x="3301" y="0"/>
                  </a:lnTo>
                  <a:cubicBezTo>
                    <a:pt x="3112" y="294"/>
                    <a:pt x="2775" y="484"/>
                    <a:pt x="2439" y="484"/>
                  </a:cubicBezTo>
                  <a:lnTo>
                    <a:pt x="1304" y="484"/>
                  </a:lnTo>
                  <a:cubicBezTo>
                    <a:pt x="946" y="484"/>
                    <a:pt x="610" y="294"/>
                    <a:pt x="4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39" name="Google Shape;1439;p79"/>
            <p:cNvSpPr/>
            <p:nvPr/>
          </p:nvSpPr>
          <p:spPr>
            <a:xfrm>
              <a:off x="3199804" y="4118834"/>
              <a:ext cx="83112" cy="36218"/>
            </a:xfrm>
            <a:custGeom>
              <a:avLst/>
              <a:gdLst/>
              <a:ahLst/>
              <a:cxnLst/>
              <a:rect l="l" t="t" r="r" b="b"/>
              <a:pathLst>
                <a:path w="5551" h="2419" extrusionOk="0">
                  <a:moveTo>
                    <a:pt x="0" y="1"/>
                  </a:moveTo>
                  <a:lnTo>
                    <a:pt x="0" y="1830"/>
                  </a:lnTo>
                  <a:cubicBezTo>
                    <a:pt x="0" y="2145"/>
                    <a:pt x="252" y="2418"/>
                    <a:pt x="589" y="2418"/>
                  </a:cubicBezTo>
                  <a:lnTo>
                    <a:pt x="4962" y="2418"/>
                  </a:lnTo>
                  <a:cubicBezTo>
                    <a:pt x="5277" y="2418"/>
                    <a:pt x="5551" y="2145"/>
                    <a:pt x="5551" y="1830"/>
                  </a:cubicBezTo>
                  <a:lnTo>
                    <a:pt x="55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40" name="Google Shape;1440;p79"/>
            <p:cNvSpPr/>
            <p:nvPr/>
          </p:nvSpPr>
          <p:spPr>
            <a:xfrm>
              <a:off x="3199804" y="4118834"/>
              <a:ext cx="25199" cy="36218"/>
            </a:xfrm>
            <a:custGeom>
              <a:avLst/>
              <a:gdLst/>
              <a:ahLst/>
              <a:cxnLst/>
              <a:rect l="l" t="t" r="r" b="b"/>
              <a:pathLst>
                <a:path w="1683" h="2419" extrusionOk="0">
                  <a:moveTo>
                    <a:pt x="0" y="1"/>
                  </a:moveTo>
                  <a:lnTo>
                    <a:pt x="0" y="1830"/>
                  </a:lnTo>
                  <a:cubicBezTo>
                    <a:pt x="0" y="2145"/>
                    <a:pt x="252" y="2418"/>
                    <a:pt x="589" y="2418"/>
                  </a:cubicBezTo>
                  <a:lnTo>
                    <a:pt x="1682" y="2418"/>
                  </a:lnTo>
                  <a:cubicBezTo>
                    <a:pt x="1346" y="2418"/>
                    <a:pt x="1072" y="2145"/>
                    <a:pt x="1093" y="1830"/>
                  </a:cubicBezTo>
                  <a:lnTo>
                    <a:pt x="10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41" name="Google Shape;1441;p79"/>
            <p:cNvSpPr/>
            <p:nvPr/>
          </p:nvSpPr>
          <p:spPr>
            <a:xfrm>
              <a:off x="3176192" y="4074770"/>
              <a:ext cx="130021" cy="44708"/>
            </a:xfrm>
            <a:custGeom>
              <a:avLst/>
              <a:gdLst/>
              <a:ahLst/>
              <a:cxnLst/>
              <a:rect l="l" t="t" r="r" b="b"/>
              <a:pathLst>
                <a:path w="8684" h="2986" extrusionOk="0">
                  <a:moveTo>
                    <a:pt x="652" y="0"/>
                  </a:moveTo>
                  <a:cubicBezTo>
                    <a:pt x="295" y="0"/>
                    <a:pt x="0" y="295"/>
                    <a:pt x="0" y="652"/>
                  </a:cubicBezTo>
                  <a:lnTo>
                    <a:pt x="0" y="2334"/>
                  </a:lnTo>
                  <a:cubicBezTo>
                    <a:pt x="0" y="2691"/>
                    <a:pt x="295" y="2986"/>
                    <a:pt x="652" y="2986"/>
                  </a:cubicBezTo>
                  <a:lnTo>
                    <a:pt x="8011" y="2986"/>
                  </a:lnTo>
                  <a:cubicBezTo>
                    <a:pt x="8389" y="2986"/>
                    <a:pt x="8683" y="2691"/>
                    <a:pt x="8683" y="2334"/>
                  </a:cubicBezTo>
                  <a:lnTo>
                    <a:pt x="8683" y="673"/>
                  </a:lnTo>
                  <a:cubicBezTo>
                    <a:pt x="8683" y="295"/>
                    <a:pt x="8389" y="0"/>
                    <a:pt x="80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42" name="Google Shape;1442;p79"/>
            <p:cNvSpPr/>
            <p:nvPr/>
          </p:nvSpPr>
          <p:spPr>
            <a:xfrm>
              <a:off x="3176192" y="4093336"/>
              <a:ext cx="130021" cy="26142"/>
            </a:xfrm>
            <a:custGeom>
              <a:avLst/>
              <a:gdLst/>
              <a:ahLst/>
              <a:cxnLst/>
              <a:rect l="l" t="t" r="r" b="b"/>
              <a:pathLst>
                <a:path w="8684" h="1746" extrusionOk="0">
                  <a:moveTo>
                    <a:pt x="0" y="1"/>
                  </a:moveTo>
                  <a:lnTo>
                    <a:pt x="0" y="1094"/>
                  </a:lnTo>
                  <a:cubicBezTo>
                    <a:pt x="0" y="1451"/>
                    <a:pt x="295" y="1746"/>
                    <a:pt x="652" y="1746"/>
                  </a:cubicBezTo>
                  <a:lnTo>
                    <a:pt x="8011" y="1746"/>
                  </a:lnTo>
                  <a:cubicBezTo>
                    <a:pt x="8389" y="1746"/>
                    <a:pt x="8683" y="1451"/>
                    <a:pt x="8683" y="1094"/>
                  </a:cubicBezTo>
                  <a:lnTo>
                    <a:pt x="8683" y="1"/>
                  </a:lnTo>
                  <a:cubicBezTo>
                    <a:pt x="8683" y="358"/>
                    <a:pt x="8389" y="652"/>
                    <a:pt x="8011" y="652"/>
                  </a:cubicBezTo>
                  <a:lnTo>
                    <a:pt x="652" y="652"/>
                  </a:lnTo>
                  <a:cubicBezTo>
                    <a:pt x="295" y="652"/>
                    <a:pt x="0" y="358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443" name="Google Shape;1443;p79"/>
          <p:cNvGrpSpPr/>
          <p:nvPr/>
        </p:nvGrpSpPr>
        <p:grpSpPr>
          <a:xfrm>
            <a:off x="6950223" y="1219332"/>
            <a:ext cx="788664" cy="639477"/>
            <a:chOff x="3952456" y="1524280"/>
            <a:chExt cx="370195" cy="300154"/>
          </a:xfrm>
        </p:grpSpPr>
        <p:sp>
          <p:nvSpPr>
            <p:cNvPr id="1444" name="Google Shape;1444;p79"/>
            <p:cNvSpPr/>
            <p:nvPr/>
          </p:nvSpPr>
          <p:spPr>
            <a:xfrm>
              <a:off x="3952456" y="1550482"/>
              <a:ext cx="370195" cy="248064"/>
            </a:xfrm>
            <a:custGeom>
              <a:avLst/>
              <a:gdLst/>
              <a:ahLst/>
              <a:cxnLst/>
              <a:rect l="l" t="t" r="r" b="b"/>
              <a:pathLst>
                <a:path w="24725" h="16568" extrusionOk="0">
                  <a:moveTo>
                    <a:pt x="484" y="1"/>
                  </a:moveTo>
                  <a:cubicBezTo>
                    <a:pt x="211" y="1"/>
                    <a:pt x="0" y="232"/>
                    <a:pt x="0" y="505"/>
                  </a:cubicBezTo>
                  <a:lnTo>
                    <a:pt x="0" y="16063"/>
                  </a:lnTo>
                  <a:cubicBezTo>
                    <a:pt x="0" y="16337"/>
                    <a:pt x="211" y="16568"/>
                    <a:pt x="484" y="16568"/>
                  </a:cubicBezTo>
                  <a:lnTo>
                    <a:pt x="24241" y="16568"/>
                  </a:lnTo>
                  <a:cubicBezTo>
                    <a:pt x="24515" y="16568"/>
                    <a:pt x="24725" y="16337"/>
                    <a:pt x="24725" y="16063"/>
                  </a:cubicBezTo>
                  <a:lnTo>
                    <a:pt x="24725" y="15138"/>
                  </a:lnTo>
                  <a:lnTo>
                    <a:pt x="24725" y="505"/>
                  </a:lnTo>
                  <a:cubicBezTo>
                    <a:pt x="24725" y="232"/>
                    <a:pt x="24515" y="1"/>
                    <a:pt x="242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45" name="Google Shape;1445;p79"/>
            <p:cNvSpPr/>
            <p:nvPr/>
          </p:nvSpPr>
          <p:spPr>
            <a:xfrm>
              <a:off x="3977955" y="1550482"/>
              <a:ext cx="344697" cy="226669"/>
            </a:xfrm>
            <a:custGeom>
              <a:avLst/>
              <a:gdLst/>
              <a:ahLst/>
              <a:cxnLst/>
              <a:rect l="l" t="t" r="r" b="b"/>
              <a:pathLst>
                <a:path w="23022" h="15139" extrusionOk="0">
                  <a:moveTo>
                    <a:pt x="21" y="1"/>
                  </a:moveTo>
                  <a:lnTo>
                    <a:pt x="21" y="14634"/>
                  </a:lnTo>
                  <a:cubicBezTo>
                    <a:pt x="0" y="14907"/>
                    <a:pt x="232" y="15138"/>
                    <a:pt x="505" y="15138"/>
                  </a:cubicBezTo>
                  <a:lnTo>
                    <a:pt x="23022" y="15138"/>
                  </a:lnTo>
                  <a:lnTo>
                    <a:pt x="23022" y="505"/>
                  </a:lnTo>
                  <a:cubicBezTo>
                    <a:pt x="23022" y="232"/>
                    <a:pt x="22812" y="1"/>
                    <a:pt x="2253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46" name="Google Shape;1446;p79"/>
            <p:cNvSpPr/>
            <p:nvPr/>
          </p:nvSpPr>
          <p:spPr>
            <a:xfrm>
              <a:off x="3990232" y="1524280"/>
              <a:ext cx="294644" cy="251613"/>
            </a:xfrm>
            <a:custGeom>
              <a:avLst/>
              <a:gdLst/>
              <a:ahLst/>
              <a:cxnLst/>
              <a:rect l="l" t="t" r="r" b="b"/>
              <a:pathLst>
                <a:path w="19679" h="16805" extrusionOk="0">
                  <a:moveTo>
                    <a:pt x="4933" y="0"/>
                  </a:moveTo>
                  <a:cubicBezTo>
                    <a:pt x="3281" y="0"/>
                    <a:pt x="1628" y="347"/>
                    <a:pt x="84" y="1036"/>
                  </a:cubicBezTo>
                  <a:cubicBezTo>
                    <a:pt x="42" y="1057"/>
                    <a:pt x="0" y="1099"/>
                    <a:pt x="0" y="1141"/>
                  </a:cubicBezTo>
                  <a:lnTo>
                    <a:pt x="0" y="16615"/>
                  </a:lnTo>
                  <a:cubicBezTo>
                    <a:pt x="0" y="16688"/>
                    <a:pt x="79" y="16745"/>
                    <a:pt x="142" y="16745"/>
                  </a:cubicBezTo>
                  <a:cubicBezTo>
                    <a:pt x="151" y="16745"/>
                    <a:pt x="160" y="16744"/>
                    <a:pt x="168" y="16741"/>
                  </a:cubicBezTo>
                  <a:cubicBezTo>
                    <a:pt x="1684" y="16071"/>
                    <a:pt x="3301" y="15739"/>
                    <a:pt x="4918" y="15739"/>
                  </a:cubicBezTo>
                  <a:cubicBezTo>
                    <a:pt x="6597" y="15739"/>
                    <a:pt x="8276" y="16097"/>
                    <a:pt x="9840" y="16804"/>
                  </a:cubicBezTo>
                  <a:cubicBezTo>
                    <a:pt x="11404" y="16097"/>
                    <a:pt x="13082" y="15739"/>
                    <a:pt x="14762" y="15739"/>
                  </a:cubicBezTo>
                  <a:cubicBezTo>
                    <a:pt x="16378" y="15739"/>
                    <a:pt x="17995" y="16071"/>
                    <a:pt x="19511" y="16741"/>
                  </a:cubicBezTo>
                  <a:cubicBezTo>
                    <a:pt x="19519" y="16744"/>
                    <a:pt x="19528" y="16745"/>
                    <a:pt x="19537" y="16745"/>
                  </a:cubicBezTo>
                  <a:cubicBezTo>
                    <a:pt x="19600" y="16745"/>
                    <a:pt x="19679" y="16688"/>
                    <a:pt x="19679" y="16615"/>
                  </a:cubicBezTo>
                  <a:lnTo>
                    <a:pt x="19679" y="1141"/>
                  </a:lnTo>
                  <a:cubicBezTo>
                    <a:pt x="19679" y="1099"/>
                    <a:pt x="19637" y="1057"/>
                    <a:pt x="19595" y="1036"/>
                  </a:cubicBezTo>
                  <a:cubicBezTo>
                    <a:pt x="18051" y="347"/>
                    <a:pt x="16398" y="0"/>
                    <a:pt x="14747" y="0"/>
                  </a:cubicBezTo>
                  <a:cubicBezTo>
                    <a:pt x="13071" y="0"/>
                    <a:pt x="11396" y="358"/>
                    <a:pt x="9840" y="1078"/>
                  </a:cubicBezTo>
                  <a:cubicBezTo>
                    <a:pt x="8283" y="358"/>
                    <a:pt x="6609" y="0"/>
                    <a:pt x="49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47" name="Google Shape;1447;p79"/>
            <p:cNvSpPr/>
            <p:nvPr/>
          </p:nvSpPr>
          <p:spPr>
            <a:xfrm>
              <a:off x="4003138" y="1524430"/>
              <a:ext cx="281738" cy="230367"/>
            </a:xfrm>
            <a:custGeom>
              <a:avLst/>
              <a:gdLst/>
              <a:ahLst/>
              <a:cxnLst/>
              <a:rect l="l" t="t" r="r" b="b"/>
              <a:pathLst>
                <a:path w="18817" h="15386" extrusionOk="0">
                  <a:moveTo>
                    <a:pt x="13885" y="1"/>
                  </a:moveTo>
                  <a:cubicBezTo>
                    <a:pt x="12209" y="1"/>
                    <a:pt x="10534" y="358"/>
                    <a:pt x="8978" y="1068"/>
                  </a:cubicBezTo>
                  <a:cubicBezTo>
                    <a:pt x="7423" y="360"/>
                    <a:pt x="5747" y="5"/>
                    <a:pt x="4069" y="5"/>
                  </a:cubicBezTo>
                  <a:cubicBezTo>
                    <a:pt x="2706" y="5"/>
                    <a:pt x="1343" y="239"/>
                    <a:pt x="42" y="711"/>
                  </a:cubicBezTo>
                  <a:lnTo>
                    <a:pt x="0" y="711"/>
                  </a:lnTo>
                  <a:lnTo>
                    <a:pt x="0" y="15196"/>
                  </a:lnTo>
                  <a:cubicBezTo>
                    <a:pt x="0" y="15262"/>
                    <a:pt x="51" y="15315"/>
                    <a:pt x="114" y="15315"/>
                  </a:cubicBezTo>
                  <a:cubicBezTo>
                    <a:pt x="132" y="15315"/>
                    <a:pt x="150" y="15311"/>
                    <a:pt x="168" y="15301"/>
                  </a:cubicBezTo>
                  <a:cubicBezTo>
                    <a:pt x="1858" y="14556"/>
                    <a:pt x="3381" y="14304"/>
                    <a:pt x="4666" y="14304"/>
                  </a:cubicBezTo>
                  <a:cubicBezTo>
                    <a:pt x="7332" y="14304"/>
                    <a:pt x="8978" y="15386"/>
                    <a:pt x="8978" y="15386"/>
                  </a:cubicBezTo>
                  <a:cubicBezTo>
                    <a:pt x="10765" y="14671"/>
                    <a:pt x="12657" y="14313"/>
                    <a:pt x="14570" y="14313"/>
                  </a:cubicBezTo>
                  <a:cubicBezTo>
                    <a:pt x="14626" y="14313"/>
                    <a:pt x="14682" y="14312"/>
                    <a:pt x="14738" y="14312"/>
                  </a:cubicBezTo>
                  <a:cubicBezTo>
                    <a:pt x="16131" y="14312"/>
                    <a:pt x="17503" y="14563"/>
                    <a:pt x="18817" y="15028"/>
                  </a:cubicBezTo>
                  <a:lnTo>
                    <a:pt x="18817" y="1131"/>
                  </a:lnTo>
                  <a:cubicBezTo>
                    <a:pt x="18817" y="1089"/>
                    <a:pt x="18775" y="1047"/>
                    <a:pt x="18733" y="1047"/>
                  </a:cubicBezTo>
                  <a:cubicBezTo>
                    <a:pt x="17189" y="348"/>
                    <a:pt x="15536" y="1"/>
                    <a:pt x="1388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48" name="Google Shape;1448;p79"/>
            <p:cNvSpPr/>
            <p:nvPr/>
          </p:nvSpPr>
          <p:spPr>
            <a:xfrm>
              <a:off x="4137547" y="1524280"/>
              <a:ext cx="147329" cy="230517"/>
            </a:xfrm>
            <a:custGeom>
              <a:avLst/>
              <a:gdLst/>
              <a:ahLst/>
              <a:cxnLst/>
              <a:rect l="l" t="t" r="r" b="b"/>
              <a:pathLst>
                <a:path w="9840" h="15396" extrusionOk="0">
                  <a:moveTo>
                    <a:pt x="4908" y="0"/>
                  </a:moveTo>
                  <a:cubicBezTo>
                    <a:pt x="3232" y="0"/>
                    <a:pt x="1557" y="358"/>
                    <a:pt x="1" y="1078"/>
                  </a:cubicBezTo>
                  <a:lnTo>
                    <a:pt x="1" y="15396"/>
                  </a:lnTo>
                  <a:cubicBezTo>
                    <a:pt x="1788" y="14681"/>
                    <a:pt x="3680" y="14323"/>
                    <a:pt x="5593" y="14323"/>
                  </a:cubicBezTo>
                  <a:cubicBezTo>
                    <a:pt x="5649" y="14323"/>
                    <a:pt x="5705" y="14322"/>
                    <a:pt x="5761" y="14322"/>
                  </a:cubicBezTo>
                  <a:cubicBezTo>
                    <a:pt x="7154" y="14322"/>
                    <a:pt x="8526" y="14573"/>
                    <a:pt x="9840" y="15038"/>
                  </a:cubicBezTo>
                  <a:lnTo>
                    <a:pt x="9840" y="1141"/>
                  </a:lnTo>
                  <a:cubicBezTo>
                    <a:pt x="9840" y="1099"/>
                    <a:pt x="9798" y="1057"/>
                    <a:pt x="9756" y="1036"/>
                  </a:cubicBezTo>
                  <a:cubicBezTo>
                    <a:pt x="8212" y="347"/>
                    <a:pt x="6559" y="0"/>
                    <a:pt x="49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49" name="Google Shape;1449;p79"/>
            <p:cNvSpPr/>
            <p:nvPr/>
          </p:nvSpPr>
          <p:spPr>
            <a:xfrm>
              <a:off x="4137547" y="1766430"/>
              <a:ext cx="25828" cy="58003"/>
            </a:xfrm>
            <a:custGeom>
              <a:avLst/>
              <a:gdLst/>
              <a:ahLst/>
              <a:cxnLst/>
              <a:rect l="l" t="t" r="r" b="b"/>
              <a:pathLst>
                <a:path w="1725" h="3874" extrusionOk="0">
                  <a:moveTo>
                    <a:pt x="1725" y="0"/>
                  </a:moveTo>
                  <a:cubicBezTo>
                    <a:pt x="1136" y="148"/>
                    <a:pt x="547" y="379"/>
                    <a:pt x="1" y="631"/>
                  </a:cubicBezTo>
                  <a:lnTo>
                    <a:pt x="1" y="3743"/>
                  </a:lnTo>
                  <a:cubicBezTo>
                    <a:pt x="1" y="3819"/>
                    <a:pt x="67" y="3873"/>
                    <a:pt x="127" y="3873"/>
                  </a:cubicBezTo>
                  <a:cubicBezTo>
                    <a:pt x="150" y="3873"/>
                    <a:pt x="172" y="3865"/>
                    <a:pt x="190" y="3848"/>
                  </a:cubicBezTo>
                  <a:lnTo>
                    <a:pt x="799" y="3364"/>
                  </a:lnTo>
                  <a:cubicBezTo>
                    <a:pt x="821" y="3343"/>
                    <a:pt x="847" y="3333"/>
                    <a:pt x="876" y="3333"/>
                  </a:cubicBezTo>
                  <a:cubicBezTo>
                    <a:pt x="905" y="3333"/>
                    <a:pt x="936" y="3343"/>
                    <a:pt x="968" y="3364"/>
                  </a:cubicBezTo>
                  <a:lnTo>
                    <a:pt x="1514" y="3827"/>
                  </a:lnTo>
                  <a:cubicBezTo>
                    <a:pt x="1541" y="3847"/>
                    <a:pt x="1573" y="3857"/>
                    <a:pt x="1603" y="3857"/>
                  </a:cubicBezTo>
                  <a:cubicBezTo>
                    <a:pt x="1666" y="3857"/>
                    <a:pt x="1725" y="3814"/>
                    <a:pt x="1725" y="3743"/>
                  </a:cubicBezTo>
                  <a:lnTo>
                    <a:pt x="17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pic>
        <p:nvPicPr>
          <p:cNvPr id="3" name="圖片 2">
            <a:extLst>
              <a:ext uri="{FF2B5EF4-FFF2-40B4-BE49-F238E27FC236}">
                <a16:creationId xmlns:a16="http://schemas.microsoft.com/office/drawing/2014/main" id="{68D7BC1C-AD39-27C1-0FA4-2F8F30213A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20" b="89920" l="3840" r="96160"/>
                    </a14:imgEffect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58411" y="3556985"/>
            <a:ext cx="1449532" cy="14495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5" name="Google Shape;855;p71"/>
          <p:cNvGrpSpPr/>
          <p:nvPr/>
        </p:nvGrpSpPr>
        <p:grpSpPr>
          <a:xfrm>
            <a:off x="492759" y="390576"/>
            <a:ext cx="4383086" cy="4362347"/>
            <a:chOff x="492759" y="390576"/>
            <a:chExt cx="4383086" cy="4362347"/>
          </a:xfrm>
        </p:grpSpPr>
        <p:sp>
          <p:nvSpPr>
            <p:cNvPr id="856" name="Google Shape;856;p71"/>
            <p:cNvSpPr/>
            <p:nvPr/>
          </p:nvSpPr>
          <p:spPr>
            <a:xfrm rot="260809">
              <a:off x="768923" y="3910433"/>
              <a:ext cx="108784" cy="153962"/>
            </a:xfrm>
            <a:custGeom>
              <a:avLst/>
              <a:gdLst/>
              <a:ahLst/>
              <a:cxnLst/>
              <a:rect l="l" t="t" r="r" b="b"/>
              <a:pathLst>
                <a:path w="4587" h="6492" extrusionOk="0">
                  <a:moveTo>
                    <a:pt x="1755" y="0"/>
                  </a:moveTo>
                  <a:cubicBezTo>
                    <a:pt x="877" y="0"/>
                    <a:pt x="0" y="702"/>
                    <a:pt x="326" y="1780"/>
                  </a:cubicBezTo>
                  <a:cubicBezTo>
                    <a:pt x="702" y="3008"/>
                    <a:pt x="1078" y="4261"/>
                    <a:pt x="1479" y="5489"/>
                  </a:cubicBezTo>
                  <a:cubicBezTo>
                    <a:pt x="1679" y="6191"/>
                    <a:pt x="2256" y="6492"/>
                    <a:pt x="2832" y="6492"/>
                  </a:cubicBezTo>
                  <a:cubicBezTo>
                    <a:pt x="3710" y="6492"/>
                    <a:pt x="4587" y="5790"/>
                    <a:pt x="4261" y="4712"/>
                  </a:cubicBezTo>
                  <a:cubicBezTo>
                    <a:pt x="3885" y="3484"/>
                    <a:pt x="3484" y="2256"/>
                    <a:pt x="3108" y="1003"/>
                  </a:cubicBezTo>
                  <a:cubicBezTo>
                    <a:pt x="2882" y="301"/>
                    <a:pt x="2331" y="0"/>
                    <a:pt x="1755" y="0"/>
                  </a:cubicBezTo>
                  <a:close/>
                </a:path>
              </a:pathLst>
            </a:custGeom>
            <a:solidFill>
              <a:srgbClr val="FCC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71"/>
            <p:cNvSpPr/>
            <p:nvPr/>
          </p:nvSpPr>
          <p:spPr>
            <a:xfrm rot="260809">
              <a:off x="726419" y="3733828"/>
              <a:ext cx="95717" cy="134942"/>
            </a:xfrm>
            <a:custGeom>
              <a:avLst/>
              <a:gdLst/>
              <a:ahLst/>
              <a:cxnLst/>
              <a:rect l="l" t="t" r="r" b="b"/>
              <a:pathLst>
                <a:path w="4036" h="5690" extrusionOk="0">
                  <a:moveTo>
                    <a:pt x="1579" y="0"/>
                  </a:moveTo>
                  <a:cubicBezTo>
                    <a:pt x="1304" y="0"/>
                    <a:pt x="1053" y="50"/>
                    <a:pt x="827" y="176"/>
                  </a:cubicBezTo>
                  <a:cubicBezTo>
                    <a:pt x="101" y="602"/>
                    <a:pt x="0" y="1429"/>
                    <a:pt x="326" y="2156"/>
                  </a:cubicBezTo>
                  <a:cubicBezTo>
                    <a:pt x="752" y="3108"/>
                    <a:pt x="1078" y="4111"/>
                    <a:pt x="1354" y="5113"/>
                  </a:cubicBezTo>
                  <a:cubicBezTo>
                    <a:pt x="1404" y="5364"/>
                    <a:pt x="1504" y="5539"/>
                    <a:pt x="1629" y="5689"/>
                  </a:cubicBezTo>
                  <a:cubicBezTo>
                    <a:pt x="2456" y="5163"/>
                    <a:pt x="3258" y="4612"/>
                    <a:pt x="4035" y="4035"/>
                  </a:cubicBezTo>
                  <a:cubicBezTo>
                    <a:pt x="3710" y="2882"/>
                    <a:pt x="3309" y="1780"/>
                    <a:pt x="2807" y="702"/>
                  </a:cubicBezTo>
                  <a:cubicBezTo>
                    <a:pt x="2607" y="226"/>
                    <a:pt x="2080" y="0"/>
                    <a:pt x="1579" y="0"/>
                  </a:cubicBezTo>
                  <a:close/>
                </a:path>
              </a:pathLst>
            </a:custGeom>
            <a:solidFill>
              <a:srgbClr val="FCD8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71"/>
            <p:cNvSpPr/>
            <p:nvPr/>
          </p:nvSpPr>
          <p:spPr>
            <a:xfrm rot="260809">
              <a:off x="760952" y="3831185"/>
              <a:ext cx="66594" cy="49945"/>
            </a:xfrm>
            <a:custGeom>
              <a:avLst/>
              <a:gdLst/>
              <a:ahLst/>
              <a:cxnLst/>
              <a:rect l="l" t="t" r="r" b="b"/>
              <a:pathLst>
                <a:path w="2808" h="2106" extrusionOk="0">
                  <a:moveTo>
                    <a:pt x="2406" y="0"/>
                  </a:moveTo>
                  <a:cubicBezTo>
                    <a:pt x="1629" y="577"/>
                    <a:pt x="827" y="1128"/>
                    <a:pt x="0" y="1654"/>
                  </a:cubicBezTo>
                  <a:cubicBezTo>
                    <a:pt x="276" y="1980"/>
                    <a:pt x="652" y="2106"/>
                    <a:pt x="1028" y="2106"/>
                  </a:cubicBezTo>
                  <a:cubicBezTo>
                    <a:pt x="1905" y="2106"/>
                    <a:pt x="2807" y="1404"/>
                    <a:pt x="2507" y="326"/>
                  </a:cubicBezTo>
                  <a:cubicBezTo>
                    <a:pt x="2482" y="226"/>
                    <a:pt x="2457" y="101"/>
                    <a:pt x="2406" y="0"/>
                  </a:cubicBezTo>
                  <a:close/>
                </a:path>
              </a:pathLst>
            </a:custGeom>
            <a:solidFill>
              <a:srgbClr val="FCC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71"/>
            <p:cNvSpPr/>
            <p:nvPr/>
          </p:nvSpPr>
          <p:spPr>
            <a:xfrm rot="260809">
              <a:off x="796206" y="4150631"/>
              <a:ext cx="88602" cy="68372"/>
            </a:xfrm>
            <a:custGeom>
              <a:avLst/>
              <a:gdLst/>
              <a:ahLst/>
              <a:cxnLst/>
              <a:rect l="l" t="t" r="r" b="b"/>
              <a:pathLst>
                <a:path w="3736" h="2883" extrusionOk="0">
                  <a:moveTo>
                    <a:pt x="1855" y="1"/>
                  </a:moveTo>
                  <a:cubicBezTo>
                    <a:pt x="1" y="1"/>
                    <a:pt x="1" y="2883"/>
                    <a:pt x="1855" y="2883"/>
                  </a:cubicBezTo>
                  <a:cubicBezTo>
                    <a:pt x="3710" y="2883"/>
                    <a:pt x="3735" y="1"/>
                    <a:pt x="1855" y="1"/>
                  </a:cubicBezTo>
                  <a:close/>
                </a:path>
              </a:pathLst>
            </a:custGeom>
            <a:solidFill>
              <a:srgbClr val="FCC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71"/>
            <p:cNvSpPr/>
            <p:nvPr/>
          </p:nvSpPr>
          <p:spPr>
            <a:xfrm rot="260809">
              <a:off x="1234737" y="831243"/>
              <a:ext cx="123061" cy="60641"/>
            </a:xfrm>
            <a:custGeom>
              <a:avLst/>
              <a:gdLst/>
              <a:ahLst/>
              <a:cxnLst/>
              <a:rect l="l" t="t" r="r" b="b"/>
              <a:pathLst>
                <a:path w="5189" h="2557" extrusionOk="0">
                  <a:moveTo>
                    <a:pt x="3509" y="0"/>
                  </a:moveTo>
                  <a:cubicBezTo>
                    <a:pt x="3284" y="0"/>
                    <a:pt x="3033" y="50"/>
                    <a:pt x="2832" y="201"/>
                  </a:cubicBezTo>
                  <a:cubicBezTo>
                    <a:pt x="2055" y="802"/>
                    <a:pt x="1278" y="1379"/>
                    <a:pt x="527" y="1980"/>
                  </a:cubicBezTo>
                  <a:cubicBezTo>
                    <a:pt x="301" y="2131"/>
                    <a:pt x="126" y="2331"/>
                    <a:pt x="0" y="2557"/>
                  </a:cubicBezTo>
                  <a:lnTo>
                    <a:pt x="4888" y="2156"/>
                  </a:lnTo>
                  <a:cubicBezTo>
                    <a:pt x="5138" y="1730"/>
                    <a:pt x="5188" y="1228"/>
                    <a:pt x="4888" y="752"/>
                  </a:cubicBezTo>
                  <a:cubicBezTo>
                    <a:pt x="4612" y="326"/>
                    <a:pt x="4060" y="0"/>
                    <a:pt x="3509" y="0"/>
                  </a:cubicBezTo>
                  <a:close/>
                </a:path>
              </a:pathLst>
            </a:custGeom>
            <a:solidFill>
              <a:srgbClr val="FCC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71"/>
            <p:cNvSpPr/>
            <p:nvPr/>
          </p:nvSpPr>
          <p:spPr>
            <a:xfrm rot="260809">
              <a:off x="1217740" y="700495"/>
              <a:ext cx="103448" cy="93938"/>
            </a:xfrm>
            <a:custGeom>
              <a:avLst/>
              <a:gdLst/>
              <a:ahLst/>
              <a:cxnLst/>
              <a:rect l="l" t="t" r="r" b="b"/>
              <a:pathLst>
                <a:path w="4362" h="3961" extrusionOk="0">
                  <a:moveTo>
                    <a:pt x="2783" y="1"/>
                  </a:moveTo>
                  <a:cubicBezTo>
                    <a:pt x="2532" y="1"/>
                    <a:pt x="2281" y="76"/>
                    <a:pt x="2081" y="201"/>
                  </a:cubicBezTo>
                  <a:cubicBezTo>
                    <a:pt x="1655" y="552"/>
                    <a:pt x="1229" y="878"/>
                    <a:pt x="778" y="1204"/>
                  </a:cubicBezTo>
                  <a:cubicBezTo>
                    <a:pt x="477" y="1429"/>
                    <a:pt x="226" y="1680"/>
                    <a:pt x="101" y="2081"/>
                  </a:cubicBezTo>
                  <a:cubicBezTo>
                    <a:pt x="1" y="2432"/>
                    <a:pt x="51" y="2908"/>
                    <a:pt x="251" y="3234"/>
                  </a:cubicBezTo>
                  <a:cubicBezTo>
                    <a:pt x="452" y="3560"/>
                    <a:pt x="778" y="3835"/>
                    <a:pt x="1153" y="3911"/>
                  </a:cubicBezTo>
                  <a:cubicBezTo>
                    <a:pt x="1279" y="3961"/>
                    <a:pt x="1429" y="3961"/>
                    <a:pt x="1580" y="3961"/>
                  </a:cubicBezTo>
                  <a:cubicBezTo>
                    <a:pt x="1855" y="3961"/>
                    <a:pt x="2106" y="3911"/>
                    <a:pt x="2306" y="3760"/>
                  </a:cubicBezTo>
                  <a:cubicBezTo>
                    <a:pt x="2732" y="3434"/>
                    <a:pt x="3159" y="3109"/>
                    <a:pt x="3585" y="2783"/>
                  </a:cubicBezTo>
                  <a:cubicBezTo>
                    <a:pt x="3910" y="2532"/>
                    <a:pt x="4161" y="2307"/>
                    <a:pt x="4261" y="1906"/>
                  </a:cubicBezTo>
                  <a:cubicBezTo>
                    <a:pt x="4362" y="1530"/>
                    <a:pt x="4311" y="1053"/>
                    <a:pt x="4111" y="753"/>
                  </a:cubicBezTo>
                  <a:cubicBezTo>
                    <a:pt x="3910" y="427"/>
                    <a:pt x="3610" y="151"/>
                    <a:pt x="3234" y="51"/>
                  </a:cubicBezTo>
                  <a:cubicBezTo>
                    <a:pt x="3083" y="26"/>
                    <a:pt x="2933" y="1"/>
                    <a:pt x="2783" y="1"/>
                  </a:cubicBezTo>
                  <a:close/>
                </a:path>
              </a:pathLst>
            </a:custGeom>
            <a:solidFill>
              <a:srgbClr val="FCC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71"/>
            <p:cNvSpPr/>
            <p:nvPr/>
          </p:nvSpPr>
          <p:spPr>
            <a:xfrm rot="260809">
              <a:off x="1418037" y="750997"/>
              <a:ext cx="91543" cy="70744"/>
            </a:xfrm>
            <a:custGeom>
              <a:avLst/>
              <a:gdLst/>
              <a:ahLst/>
              <a:cxnLst/>
              <a:rect l="l" t="t" r="r" b="b"/>
              <a:pathLst>
                <a:path w="3860" h="2983" extrusionOk="0">
                  <a:moveTo>
                    <a:pt x="1930" y="0"/>
                  </a:moveTo>
                  <a:cubicBezTo>
                    <a:pt x="25" y="0"/>
                    <a:pt x="0" y="2983"/>
                    <a:pt x="1930" y="2983"/>
                  </a:cubicBezTo>
                  <a:cubicBezTo>
                    <a:pt x="3860" y="2983"/>
                    <a:pt x="3860" y="0"/>
                    <a:pt x="1930" y="0"/>
                  </a:cubicBezTo>
                  <a:close/>
                </a:path>
              </a:pathLst>
            </a:custGeom>
            <a:solidFill>
              <a:srgbClr val="FCC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71"/>
            <p:cNvSpPr/>
            <p:nvPr/>
          </p:nvSpPr>
          <p:spPr>
            <a:xfrm rot="260809">
              <a:off x="1402972" y="859757"/>
              <a:ext cx="83218" cy="29740"/>
            </a:xfrm>
            <a:custGeom>
              <a:avLst/>
              <a:gdLst/>
              <a:ahLst/>
              <a:cxnLst/>
              <a:rect l="l" t="t" r="r" b="b"/>
              <a:pathLst>
                <a:path w="3509" h="1254" extrusionOk="0">
                  <a:moveTo>
                    <a:pt x="2181" y="0"/>
                  </a:moveTo>
                  <a:cubicBezTo>
                    <a:pt x="1805" y="0"/>
                    <a:pt x="1404" y="150"/>
                    <a:pt x="1078" y="401"/>
                  </a:cubicBezTo>
                  <a:cubicBezTo>
                    <a:pt x="702" y="702"/>
                    <a:pt x="351" y="978"/>
                    <a:pt x="0" y="1253"/>
                  </a:cubicBezTo>
                  <a:lnTo>
                    <a:pt x="3509" y="978"/>
                  </a:lnTo>
                  <a:cubicBezTo>
                    <a:pt x="3434" y="752"/>
                    <a:pt x="3333" y="551"/>
                    <a:pt x="3183" y="401"/>
                  </a:cubicBezTo>
                  <a:cubicBezTo>
                    <a:pt x="2882" y="125"/>
                    <a:pt x="2531" y="0"/>
                    <a:pt x="2181" y="0"/>
                  </a:cubicBezTo>
                  <a:close/>
                </a:path>
              </a:pathLst>
            </a:custGeom>
            <a:solidFill>
              <a:srgbClr val="FCC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71"/>
            <p:cNvSpPr/>
            <p:nvPr/>
          </p:nvSpPr>
          <p:spPr>
            <a:xfrm rot="260809">
              <a:off x="1495494" y="748105"/>
              <a:ext cx="156334" cy="126618"/>
            </a:xfrm>
            <a:custGeom>
              <a:avLst/>
              <a:gdLst/>
              <a:ahLst/>
              <a:cxnLst/>
              <a:rect l="l" t="t" r="r" b="b"/>
              <a:pathLst>
                <a:path w="6592" h="5339" extrusionOk="0">
                  <a:moveTo>
                    <a:pt x="4436" y="0"/>
                  </a:moveTo>
                  <a:cubicBezTo>
                    <a:pt x="4086" y="0"/>
                    <a:pt x="3735" y="126"/>
                    <a:pt x="3434" y="426"/>
                  </a:cubicBezTo>
                  <a:cubicBezTo>
                    <a:pt x="2657" y="1203"/>
                    <a:pt x="1855" y="1905"/>
                    <a:pt x="978" y="2557"/>
                  </a:cubicBezTo>
                  <a:cubicBezTo>
                    <a:pt x="326" y="3008"/>
                    <a:pt x="0" y="3835"/>
                    <a:pt x="426" y="4587"/>
                  </a:cubicBezTo>
                  <a:cubicBezTo>
                    <a:pt x="702" y="5038"/>
                    <a:pt x="1253" y="5339"/>
                    <a:pt x="1780" y="5339"/>
                  </a:cubicBezTo>
                  <a:cubicBezTo>
                    <a:pt x="2030" y="5339"/>
                    <a:pt x="2256" y="5263"/>
                    <a:pt x="2482" y="5113"/>
                  </a:cubicBezTo>
                  <a:cubicBezTo>
                    <a:pt x="3559" y="4336"/>
                    <a:pt x="4587" y="3484"/>
                    <a:pt x="5539" y="2532"/>
                  </a:cubicBezTo>
                  <a:cubicBezTo>
                    <a:pt x="6592" y="1504"/>
                    <a:pt x="5589" y="0"/>
                    <a:pt x="4436" y="0"/>
                  </a:cubicBezTo>
                  <a:close/>
                </a:path>
              </a:pathLst>
            </a:custGeom>
            <a:solidFill>
              <a:srgbClr val="FCC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71"/>
            <p:cNvSpPr/>
            <p:nvPr/>
          </p:nvSpPr>
          <p:spPr>
            <a:xfrm rot="260809">
              <a:off x="1088150" y="693607"/>
              <a:ext cx="102855" cy="82626"/>
            </a:xfrm>
            <a:custGeom>
              <a:avLst/>
              <a:gdLst/>
              <a:ahLst/>
              <a:cxnLst/>
              <a:rect l="l" t="t" r="r" b="b"/>
              <a:pathLst>
                <a:path w="4337" h="3484" extrusionOk="0">
                  <a:moveTo>
                    <a:pt x="2607" y="0"/>
                  </a:moveTo>
                  <a:cubicBezTo>
                    <a:pt x="2357" y="0"/>
                    <a:pt x="2106" y="50"/>
                    <a:pt x="1881" y="201"/>
                  </a:cubicBezTo>
                  <a:cubicBezTo>
                    <a:pt x="1580" y="351"/>
                    <a:pt x="1254" y="526"/>
                    <a:pt x="953" y="702"/>
                  </a:cubicBezTo>
                  <a:cubicBezTo>
                    <a:pt x="302" y="1103"/>
                    <a:pt x="1" y="2080"/>
                    <a:pt x="427" y="2757"/>
                  </a:cubicBezTo>
                  <a:cubicBezTo>
                    <a:pt x="728" y="3208"/>
                    <a:pt x="1229" y="3484"/>
                    <a:pt x="1730" y="3484"/>
                  </a:cubicBezTo>
                  <a:cubicBezTo>
                    <a:pt x="1981" y="3484"/>
                    <a:pt x="2231" y="3434"/>
                    <a:pt x="2482" y="3283"/>
                  </a:cubicBezTo>
                  <a:lnTo>
                    <a:pt x="3384" y="2757"/>
                  </a:lnTo>
                  <a:cubicBezTo>
                    <a:pt x="4061" y="2381"/>
                    <a:pt x="4337" y="1404"/>
                    <a:pt x="3911" y="727"/>
                  </a:cubicBezTo>
                  <a:cubicBezTo>
                    <a:pt x="3610" y="276"/>
                    <a:pt x="3109" y="0"/>
                    <a:pt x="2607" y="0"/>
                  </a:cubicBezTo>
                  <a:close/>
                </a:path>
              </a:pathLst>
            </a:custGeom>
            <a:solidFill>
              <a:srgbClr val="FCC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71"/>
            <p:cNvSpPr/>
            <p:nvPr/>
          </p:nvSpPr>
          <p:spPr>
            <a:xfrm rot="260809">
              <a:off x="1122801" y="828061"/>
              <a:ext cx="90973" cy="62443"/>
            </a:xfrm>
            <a:custGeom>
              <a:avLst/>
              <a:gdLst/>
              <a:ahLst/>
              <a:cxnLst/>
              <a:rect l="l" t="t" r="r" b="b"/>
              <a:pathLst>
                <a:path w="3836" h="2633" extrusionOk="0">
                  <a:moveTo>
                    <a:pt x="2206" y="1"/>
                  </a:moveTo>
                  <a:cubicBezTo>
                    <a:pt x="1830" y="1"/>
                    <a:pt x="1454" y="126"/>
                    <a:pt x="1178" y="427"/>
                  </a:cubicBezTo>
                  <a:cubicBezTo>
                    <a:pt x="953" y="628"/>
                    <a:pt x="752" y="853"/>
                    <a:pt x="527" y="1079"/>
                  </a:cubicBezTo>
                  <a:cubicBezTo>
                    <a:pt x="126" y="1480"/>
                    <a:pt x="0" y="2106"/>
                    <a:pt x="176" y="2633"/>
                  </a:cubicBezTo>
                  <a:lnTo>
                    <a:pt x="3409" y="2382"/>
                  </a:lnTo>
                  <a:cubicBezTo>
                    <a:pt x="3835" y="1806"/>
                    <a:pt x="3835" y="928"/>
                    <a:pt x="3284" y="427"/>
                  </a:cubicBezTo>
                  <a:cubicBezTo>
                    <a:pt x="2983" y="151"/>
                    <a:pt x="2582" y="1"/>
                    <a:pt x="2206" y="1"/>
                  </a:cubicBezTo>
                  <a:close/>
                </a:path>
              </a:pathLst>
            </a:custGeom>
            <a:solidFill>
              <a:srgbClr val="FCC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71"/>
            <p:cNvSpPr/>
            <p:nvPr/>
          </p:nvSpPr>
          <p:spPr>
            <a:xfrm rot="260686">
              <a:off x="3503325" y="4035832"/>
              <a:ext cx="492537" cy="178107"/>
            </a:xfrm>
            <a:custGeom>
              <a:avLst/>
              <a:gdLst/>
              <a:ahLst/>
              <a:cxnLst/>
              <a:rect l="l" t="t" r="r" b="b"/>
              <a:pathLst>
                <a:path w="23033" h="8329" extrusionOk="0">
                  <a:moveTo>
                    <a:pt x="11936" y="1"/>
                  </a:moveTo>
                  <a:cubicBezTo>
                    <a:pt x="10004" y="1"/>
                    <a:pt x="8087" y="380"/>
                    <a:pt x="6391" y="1278"/>
                  </a:cubicBezTo>
                  <a:cubicBezTo>
                    <a:pt x="3684" y="2732"/>
                    <a:pt x="1805" y="5288"/>
                    <a:pt x="0" y="7769"/>
                  </a:cubicBezTo>
                  <a:cubicBezTo>
                    <a:pt x="622" y="7663"/>
                    <a:pt x="1235" y="7621"/>
                    <a:pt x="1844" y="7621"/>
                  </a:cubicBezTo>
                  <a:cubicBezTo>
                    <a:pt x="3101" y="7621"/>
                    <a:pt x="4340" y="7801"/>
                    <a:pt x="5589" y="7970"/>
                  </a:cubicBezTo>
                  <a:cubicBezTo>
                    <a:pt x="6822" y="8149"/>
                    <a:pt x="8035" y="8328"/>
                    <a:pt x="9299" y="8328"/>
                  </a:cubicBezTo>
                  <a:cubicBezTo>
                    <a:pt x="9449" y="8328"/>
                    <a:pt x="9599" y="8326"/>
                    <a:pt x="9749" y="8321"/>
                  </a:cubicBezTo>
                  <a:cubicBezTo>
                    <a:pt x="12156" y="8270"/>
                    <a:pt x="14536" y="7594"/>
                    <a:pt x="16767" y="6616"/>
                  </a:cubicBezTo>
                  <a:cubicBezTo>
                    <a:pt x="18998" y="5664"/>
                    <a:pt x="20953" y="4411"/>
                    <a:pt x="23033" y="3183"/>
                  </a:cubicBezTo>
                  <a:cubicBezTo>
                    <a:pt x="20401" y="1955"/>
                    <a:pt x="17719" y="777"/>
                    <a:pt x="14862" y="275"/>
                  </a:cubicBezTo>
                  <a:cubicBezTo>
                    <a:pt x="13901" y="98"/>
                    <a:pt x="12916" y="1"/>
                    <a:pt x="11936" y="1"/>
                  </a:cubicBezTo>
                  <a:close/>
                </a:path>
              </a:pathLst>
            </a:custGeom>
            <a:solidFill>
              <a:srgbClr val="8EC7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71"/>
            <p:cNvSpPr/>
            <p:nvPr/>
          </p:nvSpPr>
          <p:spPr>
            <a:xfrm rot="260686">
              <a:off x="3419430" y="4093780"/>
              <a:ext cx="574544" cy="151206"/>
            </a:xfrm>
            <a:custGeom>
              <a:avLst/>
              <a:gdLst/>
              <a:ahLst/>
              <a:cxnLst/>
              <a:rect l="l" t="t" r="r" b="b"/>
              <a:pathLst>
                <a:path w="26868" h="7071" extrusionOk="0">
                  <a:moveTo>
                    <a:pt x="25013" y="1"/>
                  </a:moveTo>
                  <a:cubicBezTo>
                    <a:pt x="16367" y="1"/>
                    <a:pt x="7720" y="2282"/>
                    <a:pt x="201" y="6542"/>
                  </a:cubicBezTo>
                  <a:cubicBezTo>
                    <a:pt x="51" y="6617"/>
                    <a:pt x="1" y="6793"/>
                    <a:pt x="76" y="6918"/>
                  </a:cubicBezTo>
                  <a:cubicBezTo>
                    <a:pt x="124" y="7015"/>
                    <a:pt x="215" y="7071"/>
                    <a:pt x="313" y="7071"/>
                  </a:cubicBezTo>
                  <a:cubicBezTo>
                    <a:pt x="367" y="7071"/>
                    <a:pt x="424" y="7054"/>
                    <a:pt x="477" y="7018"/>
                  </a:cubicBezTo>
                  <a:cubicBezTo>
                    <a:pt x="7920" y="2808"/>
                    <a:pt x="16467" y="577"/>
                    <a:pt x="25013" y="577"/>
                  </a:cubicBezTo>
                  <a:cubicBezTo>
                    <a:pt x="25540" y="577"/>
                    <a:pt x="26066" y="577"/>
                    <a:pt x="26567" y="602"/>
                  </a:cubicBezTo>
                  <a:cubicBezTo>
                    <a:pt x="26718" y="602"/>
                    <a:pt x="26868" y="477"/>
                    <a:pt x="26868" y="327"/>
                  </a:cubicBezTo>
                  <a:cubicBezTo>
                    <a:pt x="26868" y="176"/>
                    <a:pt x="26743" y="26"/>
                    <a:pt x="26592" y="26"/>
                  </a:cubicBezTo>
                  <a:cubicBezTo>
                    <a:pt x="26066" y="26"/>
                    <a:pt x="25540" y="1"/>
                    <a:pt x="25013" y="1"/>
                  </a:cubicBezTo>
                  <a:close/>
                </a:path>
              </a:pathLst>
            </a:custGeom>
            <a:solidFill>
              <a:srgbClr val="561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71"/>
            <p:cNvSpPr/>
            <p:nvPr/>
          </p:nvSpPr>
          <p:spPr>
            <a:xfrm rot="260809">
              <a:off x="768156" y="2910109"/>
              <a:ext cx="114144" cy="840675"/>
            </a:xfrm>
            <a:custGeom>
              <a:avLst/>
              <a:gdLst/>
              <a:ahLst/>
              <a:cxnLst/>
              <a:rect l="l" t="t" r="r" b="b"/>
              <a:pathLst>
                <a:path w="4813" h="35448" extrusionOk="0">
                  <a:moveTo>
                    <a:pt x="513" y="1"/>
                  </a:moveTo>
                  <a:cubicBezTo>
                    <a:pt x="377" y="1"/>
                    <a:pt x="252" y="117"/>
                    <a:pt x="252" y="255"/>
                  </a:cubicBezTo>
                  <a:cubicBezTo>
                    <a:pt x="101" y="3713"/>
                    <a:pt x="1" y="6971"/>
                    <a:pt x="1" y="10129"/>
                  </a:cubicBezTo>
                  <a:cubicBezTo>
                    <a:pt x="1" y="18701"/>
                    <a:pt x="828" y="26520"/>
                    <a:pt x="4237" y="35267"/>
                  </a:cubicBezTo>
                  <a:cubicBezTo>
                    <a:pt x="4273" y="35377"/>
                    <a:pt x="4377" y="35447"/>
                    <a:pt x="4489" y="35447"/>
                  </a:cubicBezTo>
                  <a:cubicBezTo>
                    <a:pt x="4530" y="35447"/>
                    <a:pt x="4572" y="35438"/>
                    <a:pt x="4612" y="35418"/>
                  </a:cubicBezTo>
                  <a:cubicBezTo>
                    <a:pt x="4763" y="35368"/>
                    <a:pt x="4813" y="35192"/>
                    <a:pt x="4763" y="35067"/>
                  </a:cubicBezTo>
                  <a:cubicBezTo>
                    <a:pt x="1404" y="26395"/>
                    <a:pt x="577" y="18651"/>
                    <a:pt x="577" y="10129"/>
                  </a:cubicBezTo>
                  <a:cubicBezTo>
                    <a:pt x="577" y="6996"/>
                    <a:pt x="678" y="3738"/>
                    <a:pt x="828" y="280"/>
                  </a:cubicBezTo>
                  <a:cubicBezTo>
                    <a:pt x="828" y="129"/>
                    <a:pt x="703" y="4"/>
                    <a:pt x="552" y="4"/>
                  </a:cubicBezTo>
                  <a:cubicBezTo>
                    <a:pt x="539" y="2"/>
                    <a:pt x="526" y="1"/>
                    <a:pt x="513" y="1"/>
                  </a:cubicBezTo>
                  <a:close/>
                </a:path>
              </a:pathLst>
            </a:custGeom>
            <a:solidFill>
              <a:srgbClr val="561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71"/>
            <p:cNvSpPr/>
            <p:nvPr/>
          </p:nvSpPr>
          <p:spPr>
            <a:xfrm rot="260686">
              <a:off x="2440302" y="1480071"/>
              <a:ext cx="2327066" cy="2952055"/>
            </a:xfrm>
            <a:custGeom>
              <a:avLst/>
              <a:gdLst/>
              <a:ahLst/>
              <a:cxnLst/>
              <a:rect l="l" t="t" r="r" b="b"/>
              <a:pathLst>
                <a:path w="108823" h="138050" extrusionOk="0">
                  <a:moveTo>
                    <a:pt x="24988" y="1"/>
                  </a:moveTo>
                  <a:lnTo>
                    <a:pt x="0" y="121129"/>
                  </a:lnTo>
                  <a:lnTo>
                    <a:pt x="81730" y="137997"/>
                  </a:lnTo>
                  <a:cubicBezTo>
                    <a:pt x="81896" y="138033"/>
                    <a:pt x="82062" y="138050"/>
                    <a:pt x="82225" y="138050"/>
                  </a:cubicBezTo>
                  <a:cubicBezTo>
                    <a:pt x="83312" y="138050"/>
                    <a:pt x="84272" y="137282"/>
                    <a:pt x="84512" y="136192"/>
                  </a:cubicBezTo>
                  <a:lnTo>
                    <a:pt x="108547" y="19625"/>
                  </a:lnTo>
                  <a:cubicBezTo>
                    <a:pt x="108823" y="18372"/>
                    <a:pt x="107996" y="17119"/>
                    <a:pt x="106743" y="16868"/>
                  </a:cubicBezTo>
                  <a:lnTo>
                    <a:pt x="2498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71"/>
            <p:cNvSpPr/>
            <p:nvPr/>
          </p:nvSpPr>
          <p:spPr>
            <a:xfrm rot="260686">
              <a:off x="2313514" y="1444104"/>
              <a:ext cx="2327066" cy="2951905"/>
            </a:xfrm>
            <a:custGeom>
              <a:avLst/>
              <a:gdLst/>
              <a:ahLst/>
              <a:cxnLst/>
              <a:rect l="l" t="t" r="r" b="b"/>
              <a:pathLst>
                <a:path w="108823" h="138043" extrusionOk="0">
                  <a:moveTo>
                    <a:pt x="25013" y="1"/>
                  </a:moveTo>
                  <a:lnTo>
                    <a:pt x="0" y="121129"/>
                  </a:lnTo>
                  <a:lnTo>
                    <a:pt x="81755" y="137997"/>
                  </a:lnTo>
                  <a:cubicBezTo>
                    <a:pt x="81912" y="138028"/>
                    <a:pt x="82069" y="138042"/>
                    <a:pt x="82223" y="138042"/>
                  </a:cubicBezTo>
                  <a:cubicBezTo>
                    <a:pt x="83321" y="138042"/>
                    <a:pt x="84292" y="137288"/>
                    <a:pt x="84512" y="136167"/>
                  </a:cubicBezTo>
                  <a:lnTo>
                    <a:pt x="108572" y="19625"/>
                  </a:lnTo>
                  <a:cubicBezTo>
                    <a:pt x="108823" y="18347"/>
                    <a:pt x="108021" y="17119"/>
                    <a:pt x="106742" y="16843"/>
                  </a:cubicBezTo>
                  <a:lnTo>
                    <a:pt x="250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71"/>
            <p:cNvSpPr/>
            <p:nvPr/>
          </p:nvSpPr>
          <p:spPr>
            <a:xfrm rot="260686">
              <a:off x="2202348" y="1345110"/>
              <a:ext cx="663523" cy="2617032"/>
            </a:xfrm>
            <a:custGeom>
              <a:avLst/>
              <a:gdLst/>
              <a:ahLst/>
              <a:cxnLst/>
              <a:rect l="l" t="t" r="r" b="b"/>
              <a:pathLst>
                <a:path w="31029" h="122383" extrusionOk="0">
                  <a:moveTo>
                    <a:pt x="24989" y="1"/>
                  </a:moveTo>
                  <a:lnTo>
                    <a:pt x="1" y="121129"/>
                  </a:lnTo>
                  <a:lnTo>
                    <a:pt x="6016" y="122382"/>
                  </a:lnTo>
                  <a:lnTo>
                    <a:pt x="31029" y="1254"/>
                  </a:lnTo>
                  <a:lnTo>
                    <a:pt x="24989" y="1"/>
                  </a:lnTo>
                  <a:close/>
                </a:path>
              </a:pathLst>
            </a:custGeom>
            <a:solidFill>
              <a:srgbClr val="6BA7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71"/>
            <p:cNvSpPr/>
            <p:nvPr/>
          </p:nvSpPr>
          <p:spPr>
            <a:xfrm rot="260686">
              <a:off x="2526229" y="1637076"/>
              <a:ext cx="1916558" cy="2567186"/>
            </a:xfrm>
            <a:custGeom>
              <a:avLst/>
              <a:gdLst/>
              <a:ahLst/>
              <a:cxnLst/>
              <a:rect l="l" t="t" r="r" b="b"/>
              <a:pathLst>
                <a:path w="89626" h="120052" extrusionOk="0">
                  <a:moveTo>
                    <a:pt x="21881" y="0"/>
                  </a:moveTo>
                  <a:lnTo>
                    <a:pt x="1" y="106066"/>
                  </a:lnTo>
                  <a:lnTo>
                    <a:pt x="67721" y="120051"/>
                  </a:lnTo>
                  <a:lnTo>
                    <a:pt x="89626" y="13960"/>
                  </a:lnTo>
                  <a:lnTo>
                    <a:pt x="2188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71"/>
            <p:cNvSpPr/>
            <p:nvPr/>
          </p:nvSpPr>
          <p:spPr>
            <a:xfrm rot="260686">
              <a:off x="2632555" y="1743763"/>
              <a:ext cx="1705392" cy="2348535"/>
            </a:xfrm>
            <a:custGeom>
              <a:avLst/>
              <a:gdLst/>
              <a:ahLst/>
              <a:cxnLst/>
              <a:rect l="l" t="t" r="r" b="b"/>
              <a:pathLst>
                <a:path w="79751" h="109827" extrusionOk="0">
                  <a:moveTo>
                    <a:pt x="20602" y="753"/>
                  </a:moveTo>
                  <a:lnTo>
                    <a:pt x="78998" y="12808"/>
                  </a:lnTo>
                  <a:lnTo>
                    <a:pt x="59138" y="109060"/>
                  </a:lnTo>
                  <a:lnTo>
                    <a:pt x="752" y="97019"/>
                  </a:lnTo>
                  <a:lnTo>
                    <a:pt x="20602" y="753"/>
                  </a:lnTo>
                  <a:close/>
                  <a:moveTo>
                    <a:pt x="20126" y="1"/>
                  </a:moveTo>
                  <a:lnTo>
                    <a:pt x="0" y="97520"/>
                  </a:lnTo>
                  <a:lnTo>
                    <a:pt x="59625" y="109826"/>
                  </a:lnTo>
                  <a:lnTo>
                    <a:pt x="59700" y="109525"/>
                  </a:lnTo>
                  <a:lnTo>
                    <a:pt x="79750" y="12307"/>
                  </a:lnTo>
                  <a:lnTo>
                    <a:pt x="201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71"/>
            <p:cNvSpPr/>
            <p:nvPr/>
          </p:nvSpPr>
          <p:spPr>
            <a:xfrm rot="260686">
              <a:off x="2966390" y="2093084"/>
              <a:ext cx="1033315" cy="1636642"/>
            </a:xfrm>
            <a:custGeom>
              <a:avLst/>
              <a:gdLst/>
              <a:ahLst/>
              <a:cxnLst/>
              <a:rect l="l" t="t" r="r" b="b"/>
              <a:pathLst>
                <a:path w="48322" h="76536" extrusionOk="0">
                  <a:moveTo>
                    <a:pt x="29818" y="0"/>
                  </a:moveTo>
                  <a:cubicBezTo>
                    <a:pt x="19451" y="0"/>
                    <a:pt x="8386" y="14545"/>
                    <a:pt x="4336" y="34183"/>
                  </a:cubicBezTo>
                  <a:cubicBezTo>
                    <a:pt x="0" y="55185"/>
                    <a:pt x="5364" y="74057"/>
                    <a:pt x="16291" y="76313"/>
                  </a:cubicBezTo>
                  <a:cubicBezTo>
                    <a:pt x="17015" y="76462"/>
                    <a:pt x="17746" y="76535"/>
                    <a:pt x="18480" y="76535"/>
                  </a:cubicBezTo>
                  <a:cubicBezTo>
                    <a:pt x="28849" y="76535"/>
                    <a:pt x="39936" y="61991"/>
                    <a:pt x="43986" y="42353"/>
                  </a:cubicBezTo>
                  <a:cubicBezTo>
                    <a:pt x="48322" y="21350"/>
                    <a:pt x="42958" y="2478"/>
                    <a:pt x="32006" y="222"/>
                  </a:cubicBezTo>
                  <a:cubicBezTo>
                    <a:pt x="31282" y="73"/>
                    <a:pt x="30551" y="0"/>
                    <a:pt x="298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71"/>
            <p:cNvSpPr/>
            <p:nvPr/>
          </p:nvSpPr>
          <p:spPr>
            <a:xfrm rot="260686">
              <a:off x="2731513" y="1614570"/>
              <a:ext cx="155975" cy="155440"/>
            </a:xfrm>
            <a:custGeom>
              <a:avLst/>
              <a:gdLst/>
              <a:ahLst/>
              <a:cxnLst/>
              <a:rect l="l" t="t" r="r" b="b"/>
              <a:pathLst>
                <a:path w="7294" h="7269" extrusionOk="0">
                  <a:moveTo>
                    <a:pt x="1254" y="0"/>
                  </a:moveTo>
                  <a:lnTo>
                    <a:pt x="0" y="6040"/>
                  </a:lnTo>
                  <a:lnTo>
                    <a:pt x="6040" y="7268"/>
                  </a:lnTo>
                  <a:lnTo>
                    <a:pt x="7294" y="1228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A0E0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71"/>
            <p:cNvSpPr/>
            <p:nvPr/>
          </p:nvSpPr>
          <p:spPr>
            <a:xfrm rot="260686">
              <a:off x="2686564" y="1827661"/>
              <a:ext cx="142054" cy="91138"/>
            </a:xfrm>
            <a:custGeom>
              <a:avLst/>
              <a:gdLst/>
              <a:ahLst/>
              <a:cxnLst/>
              <a:rect l="l" t="t" r="r" b="b"/>
              <a:pathLst>
                <a:path w="6643" h="4262" extrusionOk="0">
                  <a:moveTo>
                    <a:pt x="627" y="1"/>
                  </a:moveTo>
                  <a:lnTo>
                    <a:pt x="1" y="3033"/>
                  </a:lnTo>
                  <a:lnTo>
                    <a:pt x="6041" y="4261"/>
                  </a:lnTo>
                  <a:lnTo>
                    <a:pt x="6642" y="1254"/>
                  </a:lnTo>
                  <a:lnTo>
                    <a:pt x="627" y="1"/>
                  </a:lnTo>
                  <a:close/>
                </a:path>
              </a:pathLst>
            </a:custGeom>
            <a:solidFill>
              <a:srgbClr val="A0E0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71"/>
            <p:cNvSpPr/>
            <p:nvPr/>
          </p:nvSpPr>
          <p:spPr>
            <a:xfrm rot="260686">
              <a:off x="2154224" y="3684467"/>
              <a:ext cx="142032" cy="91117"/>
            </a:xfrm>
            <a:custGeom>
              <a:avLst/>
              <a:gdLst/>
              <a:ahLst/>
              <a:cxnLst/>
              <a:rect l="l" t="t" r="r" b="b"/>
              <a:pathLst>
                <a:path w="6642" h="4261" extrusionOk="0">
                  <a:moveTo>
                    <a:pt x="602" y="0"/>
                  </a:moveTo>
                  <a:lnTo>
                    <a:pt x="0" y="3008"/>
                  </a:lnTo>
                  <a:lnTo>
                    <a:pt x="6015" y="4261"/>
                  </a:lnTo>
                  <a:lnTo>
                    <a:pt x="6642" y="1228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A0E0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71"/>
            <p:cNvSpPr/>
            <p:nvPr/>
          </p:nvSpPr>
          <p:spPr>
            <a:xfrm rot="260809">
              <a:off x="800294" y="1406854"/>
              <a:ext cx="127211" cy="397665"/>
            </a:xfrm>
            <a:custGeom>
              <a:avLst/>
              <a:gdLst/>
              <a:ahLst/>
              <a:cxnLst/>
              <a:rect l="l" t="t" r="r" b="b"/>
              <a:pathLst>
                <a:path w="5364" h="16768" extrusionOk="0">
                  <a:moveTo>
                    <a:pt x="5364" y="0"/>
                  </a:moveTo>
                  <a:cubicBezTo>
                    <a:pt x="4637" y="5715"/>
                    <a:pt x="2782" y="11228"/>
                    <a:pt x="0" y="16191"/>
                  </a:cubicBezTo>
                  <a:lnTo>
                    <a:pt x="1128" y="16767"/>
                  </a:lnTo>
                  <a:cubicBezTo>
                    <a:pt x="3610" y="11479"/>
                    <a:pt x="5038" y="5765"/>
                    <a:pt x="5364" y="0"/>
                  </a:cubicBezTo>
                  <a:close/>
                </a:path>
              </a:pathLst>
            </a:custGeom>
            <a:solidFill>
              <a:srgbClr val="561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71"/>
            <p:cNvSpPr/>
            <p:nvPr/>
          </p:nvSpPr>
          <p:spPr>
            <a:xfrm rot="260809">
              <a:off x="780720" y="702066"/>
              <a:ext cx="88578" cy="77503"/>
            </a:xfrm>
            <a:custGeom>
              <a:avLst/>
              <a:gdLst/>
              <a:ahLst/>
              <a:cxnLst/>
              <a:rect l="l" t="t" r="r" b="b"/>
              <a:pathLst>
                <a:path w="3735" h="3268" extrusionOk="0">
                  <a:moveTo>
                    <a:pt x="1885" y="1"/>
                  </a:moveTo>
                  <a:cubicBezTo>
                    <a:pt x="1610" y="1"/>
                    <a:pt x="1332" y="71"/>
                    <a:pt x="1078" y="218"/>
                  </a:cubicBezTo>
                  <a:cubicBezTo>
                    <a:pt x="276" y="669"/>
                    <a:pt x="1" y="1647"/>
                    <a:pt x="452" y="2449"/>
                  </a:cubicBezTo>
                  <a:cubicBezTo>
                    <a:pt x="755" y="2972"/>
                    <a:pt x="1309" y="3267"/>
                    <a:pt x="1875" y="3267"/>
                  </a:cubicBezTo>
                  <a:cubicBezTo>
                    <a:pt x="2150" y="3267"/>
                    <a:pt x="2428" y="3198"/>
                    <a:pt x="2682" y="3050"/>
                  </a:cubicBezTo>
                  <a:cubicBezTo>
                    <a:pt x="3459" y="2599"/>
                    <a:pt x="3735" y="1622"/>
                    <a:pt x="3284" y="820"/>
                  </a:cubicBezTo>
                  <a:cubicBezTo>
                    <a:pt x="2997" y="297"/>
                    <a:pt x="2449" y="1"/>
                    <a:pt x="1885" y="1"/>
                  </a:cubicBezTo>
                  <a:close/>
                </a:path>
              </a:pathLst>
            </a:custGeom>
            <a:solidFill>
              <a:srgbClr val="EF2A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71"/>
            <p:cNvSpPr/>
            <p:nvPr/>
          </p:nvSpPr>
          <p:spPr>
            <a:xfrm rot="260809">
              <a:off x="887002" y="1389942"/>
              <a:ext cx="88578" cy="77788"/>
            </a:xfrm>
            <a:custGeom>
              <a:avLst/>
              <a:gdLst/>
              <a:ahLst/>
              <a:cxnLst/>
              <a:rect l="l" t="t" r="r" b="b"/>
              <a:pathLst>
                <a:path w="3735" h="3280" extrusionOk="0">
                  <a:moveTo>
                    <a:pt x="1879" y="0"/>
                  </a:moveTo>
                  <a:cubicBezTo>
                    <a:pt x="1606" y="0"/>
                    <a:pt x="1330" y="67"/>
                    <a:pt x="1078" y="206"/>
                  </a:cubicBezTo>
                  <a:cubicBezTo>
                    <a:pt x="276" y="657"/>
                    <a:pt x="0" y="1659"/>
                    <a:pt x="451" y="2436"/>
                  </a:cubicBezTo>
                  <a:cubicBezTo>
                    <a:pt x="756" y="2978"/>
                    <a:pt x="1312" y="3279"/>
                    <a:pt x="1880" y="3279"/>
                  </a:cubicBezTo>
                  <a:cubicBezTo>
                    <a:pt x="2153" y="3279"/>
                    <a:pt x="2429" y="3209"/>
                    <a:pt x="2682" y="3063"/>
                  </a:cubicBezTo>
                  <a:cubicBezTo>
                    <a:pt x="3459" y="2612"/>
                    <a:pt x="3735" y="1609"/>
                    <a:pt x="3308" y="832"/>
                  </a:cubicBezTo>
                  <a:cubicBezTo>
                    <a:pt x="3004" y="290"/>
                    <a:pt x="2448" y="0"/>
                    <a:pt x="1879" y="0"/>
                  </a:cubicBezTo>
                  <a:close/>
                </a:path>
              </a:pathLst>
            </a:custGeom>
            <a:solidFill>
              <a:srgbClr val="EF2A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71"/>
            <p:cNvSpPr/>
            <p:nvPr/>
          </p:nvSpPr>
          <p:spPr>
            <a:xfrm rot="260809">
              <a:off x="813389" y="1119411"/>
              <a:ext cx="88578" cy="77503"/>
            </a:xfrm>
            <a:custGeom>
              <a:avLst/>
              <a:gdLst/>
              <a:ahLst/>
              <a:cxnLst/>
              <a:rect l="l" t="t" r="r" b="b"/>
              <a:pathLst>
                <a:path w="3735" h="3268" extrusionOk="0">
                  <a:moveTo>
                    <a:pt x="1871" y="0"/>
                  </a:moveTo>
                  <a:cubicBezTo>
                    <a:pt x="1596" y="0"/>
                    <a:pt x="1315" y="70"/>
                    <a:pt x="1053" y="218"/>
                  </a:cubicBezTo>
                  <a:cubicBezTo>
                    <a:pt x="276" y="669"/>
                    <a:pt x="0" y="1646"/>
                    <a:pt x="451" y="2448"/>
                  </a:cubicBezTo>
                  <a:cubicBezTo>
                    <a:pt x="755" y="2971"/>
                    <a:pt x="1297" y="3267"/>
                    <a:pt x="1864" y="3267"/>
                  </a:cubicBezTo>
                  <a:cubicBezTo>
                    <a:pt x="2139" y="3267"/>
                    <a:pt x="2420" y="3197"/>
                    <a:pt x="2682" y="3050"/>
                  </a:cubicBezTo>
                  <a:cubicBezTo>
                    <a:pt x="3459" y="2599"/>
                    <a:pt x="3735" y="1621"/>
                    <a:pt x="3284" y="819"/>
                  </a:cubicBezTo>
                  <a:cubicBezTo>
                    <a:pt x="2980" y="296"/>
                    <a:pt x="2438" y="0"/>
                    <a:pt x="1871" y="0"/>
                  </a:cubicBezTo>
                  <a:close/>
                </a:path>
              </a:pathLst>
            </a:custGeom>
            <a:solidFill>
              <a:srgbClr val="EF2A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71"/>
            <p:cNvSpPr/>
            <p:nvPr/>
          </p:nvSpPr>
          <p:spPr>
            <a:xfrm rot="260686">
              <a:off x="2147019" y="4460380"/>
              <a:ext cx="79356" cy="70032"/>
            </a:xfrm>
            <a:custGeom>
              <a:avLst/>
              <a:gdLst/>
              <a:ahLst/>
              <a:cxnLst/>
              <a:rect l="l" t="t" r="r" b="b"/>
              <a:pathLst>
                <a:path w="3711" h="3275" extrusionOk="0">
                  <a:moveTo>
                    <a:pt x="1849" y="1"/>
                  </a:moveTo>
                  <a:cubicBezTo>
                    <a:pt x="1528" y="1"/>
                    <a:pt x="1206" y="96"/>
                    <a:pt x="928" y="297"/>
                  </a:cubicBezTo>
                  <a:cubicBezTo>
                    <a:pt x="176" y="823"/>
                    <a:pt x="1" y="1826"/>
                    <a:pt x="527" y="2578"/>
                  </a:cubicBezTo>
                  <a:cubicBezTo>
                    <a:pt x="837" y="3027"/>
                    <a:pt x="1347" y="3275"/>
                    <a:pt x="1864" y="3275"/>
                  </a:cubicBezTo>
                  <a:cubicBezTo>
                    <a:pt x="2183" y="3275"/>
                    <a:pt x="2505" y="3180"/>
                    <a:pt x="2783" y="2979"/>
                  </a:cubicBezTo>
                  <a:cubicBezTo>
                    <a:pt x="3535" y="2452"/>
                    <a:pt x="3710" y="1450"/>
                    <a:pt x="3209" y="698"/>
                  </a:cubicBezTo>
                  <a:cubicBezTo>
                    <a:pt x="2884" y="249"/>
                    <a:pt x="2367" y="1"/>
                    <a:pt x="1849" y="1"/>
                  </a:cubicBezTo>
                  <a:close/>
                </a:path>
              </a:pathLst>
            </a:custGeom>
            <a:solidFill>
              <a:srgbClr val="EF2A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71"/>
            <p:cNvSpPr/>
            <p:nvPr/>
          </p:nvSpPr>
          <p:spPr>
            <a:xfrm rot="260809">
              <a:off x="722107" y="491653"/>
              <a:ext cx="2747252" cy="2109869"/>
            </a:xfrm>
            <a:custGeom>
              <a:avLst/>
              <a:gdLst/>
              <a:ahLst/>
              <a:cxnLst/>
              <a:rect l="l" t="t" r="r" b="b"/>
              <a:pathLst>
                <a:path w="115841" h="88965" extrusionOk="0">
                  <a:moveTo>
                    <a:pt x="108833" y="0"/>
                  </a:moveTo>
                  <a:cubicBezTo>
                    <a:pt x="108713" y="0"/>
                    <a:pt x="108593" y="6"/>
                    <a:pt x="108472" y="17"/>
                  </a:cubicBezTo>
                  <a:lnTo>
                    <a:pt x="0" y="10869"/>
                  </a:lnTo>
                  <a:lnTo>
                    <a:pt x="15213" y="84804"/>
                  </a:lnTo>
                  <a:lnTo>
                    <a:pt x="115841" y="88965"/>
                  </a:lnTo>
                  <a:lnTo>
                    <a:pt x="115841" y="88965"/>
                  </a:lnTo>
                  <a:lnTo>
                    <a:pt x="112708" y="3476"/>
                  </a:lnTo>
                  <a:cubicBezTo>
                    <a:pt x="112637" y="1559"/>
                    <a:pt x="110846" y="0"/>
                    <a:pt x="1088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71"/>
            <p:cNvSpPr/>
            <p:nvPr/>
          </p:nvSpPr>
          <p:spPr>
            <a:xfrm rot="260809">
              <a:off x="638910" y="660820"/>
              <a:ext cx="496323" cy="3875385"/>
            </a:xfrm>
            <a:custGeom>
              <a:avLst/>
              <a:gdLst/>
              <a:ahLst/>
              <a:cxnLst/>
              <a:rect l="l" t="t" r="r" b="b"/>
              <a:pathLst>
                <a:path w="20928" h="163410" extrusionOk="0">
                  <a:moveTo>
                    <a:pt x="0" y="0"/>
                  </a:moveTo>
                  <a:lnTo>
                    <a:pt x="8622" y="154688"/>
                  </a:lnTo>
                  <a:lnTo>
                    <a:pt x="20928" y="163409"/>
                  </a:lnTo>
                  <a:lnTo>
                    <a:pt x="12331" y="87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71"/>
            <p:cNvSpPr/>
            <p:nvPr/>
          </p:nvSpPr>
          <p:spPr>
            <a:xfrm rot="260809">
              <a:off x="761269" y="1321998"/>
              <a:ext cx="297205" cy="298984"/>
            </a:xfrm>
            <a:custGeom>
              <a:avLst/>
              <a:gdLst/>
              <a:ahLst/>
              <a:cxnLst/>
              <a:rect l="l" t="t" r="r" b="b"/>
              <a:pathLst>
                <a:path w="12532" h="12607" extrusionOk="0">
                  <a:moveTo>
                    <a:pt x="0" y="0"/>
                  </a:moveTo>
                  <a:lnTo>
                    <a:pt x="226" y="3860"/>
                  </a:lnTo>
                  <a:lnTo>
                    <a:pt x="12532" y="12607"/>
                  </a:lnTo>
                  <a:lnTo>
                    <a:pt x="12331" y="87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71"/>
            <p:cNvSpPr/>
            <p:nvPr/>
          </p:nvSpPr>
          <p:spPr>
            <a:xfrm rot="260809">
              <a:off x="707105" y="4004312"/>
              <a:ext cx="297205" cy="298391"/>
            </a:xfrm>
            <a:custGeom>
              <a:avLst/>
              <a:gdLst/>
              <a:ahLst/>
              <a:cxnLst/>
              <a:rect l="l" t="t" r="r" b="b"/>
              <a:pathLst>
                <a:path w="12532" h="12582" extrusionOk="0">
                  <a:moveTo>
                    <a:pt x="0" y="0"/>
                  </a:moveTo>
                  <a:lnTo>
                    <a:pt x="226" y="3860"/>
                  </a:lnTo>
                  <a:lnTo>
                    <a:pt x="12531" y="12582"/>
                  </a:lnTo>
                  <a:lnTo>
                    <a:pt x="12331" y="87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71"/>
            <p:cNvSpPr/>
            <p:nvPr/>
          </p:nvSpPr>
          <p:spPr>
            <a:xfrm rot="260809">
              <a:off x="838931" y="577231"/>
              <a:ext cx="2810858" cy="451168"/>
            </a:xfrm>
            <a:custGeom>
              <a:avLst/>
              <a:gdLst/>
              <a:ahLst/>
              <a:cxnLst/>
              <a:rect l="l" t="t" r="r" b="b"/>
              <a:pathLst>
                <a:path w="118523" h="19024" extrusionOk="0">
                  <a:moveTo>
                    <a:pt x="106693" y="1"/>
                  </a:moveTo>
                  <a:lnTo>
                    <a:pt x="1" y="9525"/>
                  </a:lnTo>
                  <a:lnTo>
                    <a:pt x="9875" y="16868"/>
                  </a:lnTo>
                  <a:lnTo>
                    <a:pt x="118523" y="19024"/>
                  </a:lnTo>
                  <a:lnTo>
                    <a:pt x="118297" y="17921"/>
                  </a:lnTo>
                  <a:cubicBezTo>
                    <a:pt x="116894" y="10953"/>
                    <a:pt x="112733" y="4562"/>
                    <a:pt x="106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71"/>
            <p:cNvSpPr/>
            <p:nvPr/>
          </p:nvSpPr>
          <p:spPr>
            <a:xfrm rot="260809">
              <a:off x="928521" y="781710"/>
              <a:ext cx="2886938" cy="3867370"/>
            </a:xfrm>
            <a:custGeom>
              <a:avLst/>
              <a:gdLst/>
              <a:ahLst/>
              <a:cxnLst/>
              <a:rect l="l" t="t" r="r" b="b"/>
              <a:pathLst>
                <a:path w="121731" h="163072" extrusionOk="0">
                  <a:moveTo>
                    <a:pt x="110388" y="0"/>
                  </a:moveTo>
                  <a:cubicBezTo>
                    <a:pt x="110294" y="0"/>
                    <a:pt x="110198" y="4"/>
                    <a:pt x="110101" y="13"/>
                  </a:cubicBezTo>
                  <a:lnTo>
                    <a:pt x="0" y="8885"/>
                  </a:lnTo>
                  <a:lnTo>
                    <a:pt x="8522" y="163071"/>
                  </a:lnTo>
                  <a:lnTo>
                    <a:pt x="118723" y="154675"/>
                  </a:lnTo>
                  <a:cubicBezTo>
                    <a:pt x="120427" y="154550"/>
                    <a:pt x="121730" y="153147"/>
                    <a:pt x="121630" y="151517"/>
                  </a:cubicBezTo>
                  <a:lnTo>
                    <a:pt x="113359" y="2695"/>
                  </a:lnTo>
                  <a:cubicBezTo>
                    <a:pt x="113265" y="1158"/>
                    <a:pt x="111966" y="0"/>
                    <a:pt x="1103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71"/>
            <p:cNvSpPr/>
            <p:nvPr/>
          </p:nvSpPr>
          <p:spPr>
            <a:xfrm rot="260809">
              <a:off x="1281930" y="1030983"/>
              <a:ext cx="2228969" cy="1635768"/>
            </a:xfrm>
            <a:custGeom>
              <a:avLst/>
              <a:gdLst/>
              <a:ahLst/>
              <a:cxnLst/>
              <a:rect l="l" t="t" r="r" b="b"/>
              <a:pathLst>
                <a:path w="93987" h="68974" extrusionOk="0">
                  <a:moveTo>
                    <a:pt x="82382" y="0"/>
                  </a:moveTo>
                  <a:lnTo>
                    <a:pt x="7695" y="5690"/>
                  </a:lnTo>
                  <a:cubicBezTo>
                    <a:pt x="7946" y="10201"/>
                    <a:pt x="4537" y="14111"/>
                    <a:pt x="1" y="14462"/>
                  </a:cubicBezTo>
                  <a:lnTo>
                    <a:pt x="2658" y="61128"/>
                  </a:lnTo>
                  <a:cubicBezTo>
                    <a:pt x="2872" y="61112"/>
                    <a:pt x="3084" y="61104"/>
                    <a:pt x="3295" y="61104"/>
                  </a:cubicBezTo>
                  <a:cubicBezTo>
                    <a:pt x="7682" y="61104"/>
                    <a:pt x="11366" y="64525"/>
                    <a:pt x="11605" y="68973"/>
                  </a:cubicBezTo>
                  <a:lnTo>
                    <a:pt x="86292" y="63284"/>
                  </a:lnTo>
                  <a:cubicBezTo>
                    <a:pt x="86041" y="58747"/>
                    <a:pt x="89450" y="54838"/>
                    <a:pt x="93986" y="54487"/>
                  </a:cubicBezTo>
                  <a:lnTo>
                    <a:pt x="91330" y="7820"/>
                  </a:lnTo>
                  <a:cubicBezTo>
                    <a:pt x="91116" y="7836"/>
                    <a:pt x="90903" y="7844"/>
                    <a:pt x="90692" y="7844"/>
                  </a:cubicBezTo>
                  <a:cubicBezTo>
                    <a:pt x="86305" y="7844"/>
                    <a:pt x="82621" y="4424"/>
                    <a:pt x="823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71"/>
            <p:cNvSpPr/>
            <p:nvPr/>
          </p:nvSpPr>
          <p:spPr>
            <a:xfrm rot="260809">
              <a:off x="1344184" y="1079872"/>
              <a:ext cx="2092841" cy="1541854"/>
            </a:xfrm>
            <a:custGeom>
              <a:avLst/>
              <a:gdLst/>
              <a:ahLst/>
              <a:cxnLst/>
              <a:rect l="l" t="t" r="r" b="b"/>
              <a:pathLst>
                <a:path w="88247" h="65014" extrusionOk="0">
                  <a:moveTo>
                    <a:pt x="76628" y="909"/>
                  </a:moveTo>
                  <a:cubicBezTo>
                    <a:pt x="77084" y="5056"/>
                    <a:pt x="80595" y="8171"/>
                    <a:pt x="84738" y="8171"/>
                  </a:cubicBezTo>
                  <a:cubicBezTo>
                    <a:pt x="84803" y="8171"/>
                    <a:pt x="84869" y="8171"/>
                    <a:pt x="84936" y="8170"/>
                  </a:cubicBezTo>
                  <a:lnTo>
                    <a:pt x="84936" y="8170"/>
                  </a:lnTo>
                  <a:lnTo>
                    <a:pt x="87346" y="50746"/>
                  </a:lnTo>
                  <a:lnTo>
                    <a:pt x="87346" y="50746"/>
                  </a:lnTo>
                  <a:cubicBezTo>
                    <a:pt x="83271" y="51267"/>
                    <a:pt x="80226" y="54753"/>
                    <a:pt x="80226" y="58848"/>
                  </a:cubicBezTo>
                  <a:cubicBezTo>
                    <a:pt x="80226" y="58866"/>
                    <a:pt x="80226" y="58885"/>
                    <a:pt x="80226" y="58904"/>
                  </a:cubicBezTo>
                  <a:lnTo>
                    <a:pt x="80226" y="58904"/>
                  </a:lnTo>
                  <a:lnTo>
                    <a:pt x="11621" y="64129"/>
                  </a:lnTo>
                  <a:lnTo>
                    <a:pt x="11621" y="64129"/>
                  </a:lnTo>
                  <a:cubicBezTo>
                    <a:pt x="11175" y="59993"/>
                    <a:pt x="7660" y="56843"/>
                    <a:pt x="3509" y="56843"/>
                  </a:cubicBezTo>
                  <a:cubicBezTo>
                    <a:pt x="3445" y="56843"/>
                    <a:pt x="3378" y="56846"/>
                    <a:pt x="3310" y="56849"/>
                  </a:cubicBezTo>
                  <a:lnTo>
                    <a:pt x="3310" y="56849"/>
                  </a:lnTo>
                  <a:lnTo>
                    <a:pt x="876" y="14294"/>
                  </a:lnTo>
                  <a:lnTo>
                    <a:pt x="876" y="14294"/>
                  </a:lnTo>
                  <a:cubicBezTo>
                    <a:pt x="4941" y="13761"/>
                    <a:pt x="8021" y="10293"/>
                    <a:pt x="8021" y="6191"/>
                  </a:cubicBezTo>
                  <a:cubicBezTo>
                    <a:pt x="8021" y="6173"/>
                    <a:pt x="8020" y="6154"/>
                    <a:pt x="8019" y="6135"/>
                  </a:cubicBezTo>
                  <a:lnTo>
                    <a:pt x="8019" y="6135"/>
                  </a:lnTo>
                  <a:lnTo>
                    <a:pt x="76628" y="909"/>
                  </a:lnTo>
                  <a:close/>
                  <a:moveTo>
                    <a:pt x="77394" y="0"/>
                  </a:moveTo>
                  <a:lnTo>
                    <a:pt x="7143" y="5364"/>
                  </a:lnTo>
                  <a:lnTo>
                    <a:pt x="7168" y="5765"/>
                  </a:lnTo>
                  <a:cubicBezTo>
                    <a:pt x="7168" y="5915"/>
                    <a:pt x="7168" y="6066"/>
                    <a:pt x="7168" y="6191"/>
                  </a:cubicBezTo>
                  <a:cubicBezTo>
                    <a:pt x="7168" y="10001"/>
                    <a:pt x="4236" y="13209"/>
                    <a:pt x="401" y="13484"/>
                  </a:cubicBezTo>
                  <a:lnTo>
                    <a:pt x="0" y="13534"/>
                  </a:lnTo>
                  <a:lnTo>
                    <a:pt x="2507" y="57745"/>
                  </a:lnTo>
                  <a:lnTo>
                    <a:pt x="2933" y="57720"/>
                  </a:lnTo>
                  <a:cubicBezTo>
                    <a:pt x="3133" y="57695"/>
                    <a:pt x="3309" y="57695"/>
                    <a:pt x="3509" y="57695"/>
                  </a:cubicBezTo>
                  <a:cubicBezTo>
                    <a:pt x="7344" y="57695"/>
                    <a:pt x="10577" y="60703"/>
                    <a:pt x="10803" y="64587"/>
                  </a:cubicBezTo>
                  <a:lnTo>
                    <a:pt x="10828" y="65013"/>
                  </a:lnTo>
                  <a:lnTo>
                    <a:pt x="81104" y="59675"/>
                  </a:lnTo>
                  <a:lnTo>
                    <a:pt x="81079" y="59249"/>
                  </a:lnTo>
                  <a:cubicBezTo>
                    <a:pt x="81054" y="59124"/>
                    <a:pt x="81054" y="58973"/>
                    <a:pt x="81054" y="58848"/>
                  </a:cubicBezTo>
                  <a:cubicBezTo>
                    <a:pt x="81054" y="55038"/>
                    <a:pt x="83986" y="51830"/>
                    <a:pt x="87820" y="51530"/>
                  </a:cubicBezTo>
                  <a:lnTo>
                    <a:pt x="88247" y="51505"/>
                  </a:lnTo>
                  <a:lnTo>
                    <a:pt x="85715" y="7294"/>
                  </a:lnTo>
                  <a:lnTo>
                    <a:pt x="85289" y="7319"/>
                  </a:lnTo>
                  <a:cubicBezTo>
                    <a:pt x="85114" y="7344"/>
                    <a:pt x="84913" y="7344"/>
                    <a:pt x="84738" y="7344"/>
                  </a:cubicBezTo>
                  <a:cubicBezTo>
                    <a:pt x="80878" y="7344"/>
                    <a:pt x="77645" y="4336"/>
                    <a:pt x="77419" y="427"/>
                  </a:cubicBezTo>
                  <a:lnTo>
                    <a:pt x="773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71"/>
            <p:cNvSpPr/>
            <p:nvPr/>
          </p:nvSpPr>
          <p:spPr>
            <a:xfrm rot="260809">
              <a:off x="1252431" y="2941969"/>
              <a:ext cx="2217657" cy="1037824"/>
            </a:xfrm>
            <a:custGeom>
              <a:avLst/>
              <a:gdLst/>
              <a:ahLst/>
              <a:cxnLst/>
              <a:rect l="l" t="t" r="r" b="b"/>
              <a:pathLst>
                <a:path w="93510" h="43761" extrusionOk="0">
                  <a:moveTo>
                    <a:pt x="91304" y="1"/>
                  </a:moveTo>
                  <a:lnTo>
                    <a:pt x="1" y="6968"/>
                  </a:lnTo>
                  <a:lnTo>
                    <a:pt x="2206" y="43761"/>
                  </a:lnTo>
                  <a:lnTo>
                    <a:pt x="93510" y="36818"/>
                  </a:lnTo>
                  <a:lnTo>
                    <a:pt x="9130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71"/>
            <p:cNvSpPr/>
            <p:nvPr/>
          </p:nvSpPr>
          <p:spPr>
            <a:xfrm rot="260809">
              <a:off x="1265282" y="3882883"/>
              <a:ext cx="2167142" cy="259758"/>
            </a:xfrm>
            <a:custGeom>
              <a:avLst/>
              <a:gdLst/>
              <a:ahLst/>
              <a:cxnLst/>
              <a:rect l="l" t="t" r="r" b="b"/>
              <a:pathLst>
                <a:path w="91380" h="10953" extrusionOk="0">
                  <a:moveTo>
                    <a:pt x="91304" y="0"/>
                  </a:moveTo>
                  <a:lnTo>
                    <a:pt x="0" y="6968"/>
                  </a:lnTo>
                  <a:lnTo>
                    <a:pt x="76" y="10953"/>
                  </a:lnTo>
                  <a:lnTo>
                    <a:pt x="91379" y="4010"/>
                  </a:lnTo>
                  <a:lnTo>
                    <a:pt x="9130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71"/>
            <p:cNvSpPr/>
            <p:nvPr/>
          </p:nvSpPr>
          <p:spPr>
            <a:xfrm rot="260809">
              <a:off x="1286308" y="2790126"/>
              <a:ext cx="2167142" cy="259758"/>
            </a:xfrm>
            <a:custGeom>
              <a:avLst/>
              <a:gdLst/>
              <a:ahLst/>
              <a:cxnLst/>
              <a:rect l="l" t="t" r="r" b="b"/>
              <a:pathLst>
                <a:path w="91380" h="10953" extrusionOk="0">
                  <a:moveTo>
                    <a:pt x="91305" y="0"/>
                  </a:moveTo>
                  <a:lnTo>
                    <a:pt x="1" y="6967"/>
                  </a:lnTo>
                  <a:lnTo>
                    <a:pt x="76" y="10952"/>
                  </a:lnTo>
                  <a:lnTo>
                    <a:pt x="91380" y="4010"/>
                  </a:lnTo>
                  <a:lnTo>
                    <a:pt x="913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71"/>
            <p:cNvSpPr/>
            <p:nvPr/>
          </p:nvSpPr>
          <p:spPr>
            <a:xfrm rot="260686">
              <a:off x="2687324" y="3429457"/>
              <a:ext cx="1892972" cy="923744"/>
            </a:xfrm>
            <a:custGeom>
              <a:avLst/>
              <a:gdLst/>
              <a:ahLst/>
              <a:cxnLst/>
              <a:rect l="l" t="t" r="r" b="b"/>
              <a:pathLst>
                <a:path w="88523" h="43198" extrusionOk="0">
                  <a:moveTo>
                    <a:pt x="72866" y="0"/>
                  </a:moveTo>
                  <a:cubicBezTo>
                    <a:pt x="67094" y="0"/>
                    <a:pt x="61289" y="1258"/>
                    <a:pt x="55815" y="3154"/>
                  </a:cubicBezTo>
                  <a:cubicBezTo>
                    <a:pt x="55840" y="5585"/>
                    <a:pt x="55690" y="7991"/>
                    <a:pt x="55314" y="10397"/>
                  </a:cubicBezTo>
                  <a:cubicBezTo>
                    <a:pt x="54612" y="8292"/>
                    <a:pt x="54011" y="6161"/>
                    <a:pt x="53484" y="4006"/>
                  </a:cubicBezTo>
                  <a:cubicBezTo>
                    <a:pt x="53083" y="4156"/>
                    <a:pt x="52707" y="4282"/>
                    <a:pt x="52332" y="4432"/>
                  </a:cubicBezTo>
                  <a:cubicBezTo>
                    <a:pt x="52181" y="6913"/>
                    <a:pt x="52106" y="9394"/>
                    <a:pt x="52006" y="11876"/>
                  </a:cubicBezTo>
                  <a:cubicBezTo>
                    <a:pt x="51329" y="9695"/>
                    <a:pt x="50778" y="7490"/>
                    <a:pt x="50276" y="5284"/>
                  </a:cubicBezTo>
                  <a:cubicBezTo>
                    <a:pt x="44512" y="7690"/>
                    <a:pt x="38973" y="10597"/>
                    <a:pt x="33309" y="13279"/>
                  </a:cubicBezTo>
                  <a:cubicBezTo>
                    <a:pt x="31930" y="13931"/>
                    <a:pt x="30527" y="14582"/>
                    <a:pt x="29148" y="15234"/>
                  </a:cubicBezTo>
                  <a:cubicBezTo>
                    <a:pt x="29474" y="16913"/>
                    <a:pt x="29725" y="18592"/>
                    <a:pt x="29875" y="20272"/>
                  </a:cubicBezTo>
                  <a:cubicBezTo>
                    <a:pt x="28998" y="18893"/>
                    <a:pt x="28146" y="17490"/>
                    <a:pt x="27319" y="16086"/>
                  </a:cubicBezTo>
                  <a:cubicBezTo>
                    <a:pt x="26943" y="16262"/>
                    <a:pt x="26542" y="16437"/>
                    <a:pt x="26166" y="16612"/>
                  </a:cubicBezTo>
                  <a:cubicBezTo>
                    <a:pt x="26492" y="18417"/>
                    <a:pt x="26793" y="20247"/>
                    <a:pt x="27118" y="22051"/>
                  </a:cubicBezTo>
                  <a:cubicBezTo>
                    <a:pt x="26041" y="20622"/>
                    <a:pt x="25063" y="19119"/>
                    <a:pt x="24136" y="17565"/>
                  </a:cubicBezTo>
                  <a:cubicBezTo>
                    <a:pt x="18823" y="20071"/>
                    <a:pt x="13610" y="22703"/>
                    <a:pt x="8797" y="26061"/>
                  </a:cubicBezTo>
                  <a:cubicBezTo>
                    <a:pt x="6717" y="27490"/>
                    <a:pt x="4687" y="29094"/>
                    <a:pt x="3484" y="31299"/>
                  </a:cubicBezTo>
                  <a:cubicBezTo>
                    <a:pt x="0" y="37765"/>
                    <a:pt x="6542" y="42126"/>
                    <a:pt x="12206" y="42828"/>
                  </a:cubicBezTo>
                  <a:cubicBezTo>
                    <a:pt x="14297" y="43083"/>
                    <a:pt x="16395" y="43197"/>
                    <a:pt x="18495" y="43197"/>
                  </a:cubicBezTo>
                  <a:cubicBezTo>
                    <a:pt x="24047" y="43197"/>
                    <a:pt x="29608" y="42395"/>
                    <a:pt x="35063" y="41249"/>
                  </a:cubicBezTo>
                  <a:cubicBezTo>
                    <a:pt x="41705" y="39846"/>
                    <a:pt x="48221" y="37941"/>
                    <a:pt x="54562" y="35535"/>
                  </a:cubicBezTo>
                  <a:cubicBezTo>
                    <a:pt x="54186" y="33705"/>
                    <a:pt x="53785" y="31876"/>
                    <a:pt x="53409" y="30046"/>
                  </a:cubicBezTo>
                  <a:lnTo>
                    <a:pt x="53409" y="30046"/>
                  </a:lnTo>
                  <a:lnTo>
                    <a:pt x="56692" y="34708"/>
                  </a:lnTo>
                  <a:cubicBezTo>
                    <a:pt x="57093" y="34532"/>
                    <a:pt x="57494" y="34382"/>
                    <a:pt x="57895" y="34206"/>
                  </a:cubicBezTo>
                  <a:cubicBezTo>
                    <a:pt x="57344" y="32201"/>
                    <a:pt x="56793" y="30196"/>
                    <a:pt x="56266" y="28191"/>
                  </a:cubicBezTo>
                  <a:lnTo>
                    <a:pt x="56266" y="28191"/>
                  </a:lnTo>
                  <a:cubicBezTo>
                    <a:pt x="57595" y="29820"/>
                    <a:pt x="58823" y="31550"/>
                    <a:pt x="59976" y="33354"/>
                  </a:cubicBezTo>
                  <a:cubicBezTo>
                    <a:pt x="60126" y="33279"/>
                    <a:pt x="60276" y="33204"/>
                    <a:pt x="60427" y="33154"/>
                  </a:cubicBezTo>
                  <a:cubicBezTo>
                    <a:pt x="68146" y="29795"/>
                    <a:pt x="75665" y="25610"/>
                    <a:pt x="81705" y="19795"/>
                  </a:cubicBezTo>
                  <a:cubicBezTo>
                    <a:pt x="80753" y="18642"/>
                    <a:pt x="79775" y="17490"/>
                    <a:pt x="78823" y="16337"/>
                  </a:cubicBezTo>
                  <a:lnTo>
                    <a:pt x="78823" y="16337"/>
                  </a:lnTo>
                  <a:cubicBezTo>
                    <a:pt x="80151" y="17164"/>
                    <a:pt x="81530" y="17916"/>
                    <a:pt x="82958" y="18567"/>
                  </a:cubicBezTo>
                  <a:cubicBezTo>
                    <a:pt x="83209" y="18292"/>
                    <a:pt x="83485" y="18041"/>
                    <a:pt x="83735" y="17765"/>
                  </a:cubicBezTo>
                  <a:cubicBezTo>
                    <a:pt x="82858" y="16938"/>
                    <a:pt x="82006" y="16136"/>
                    <a:pt x="81129" y="15309"/>
                  </a:cubicBezTo>
                  <a:cubicBezTo>
                    <a:pt x="80602" y="14808"/>
                    <a:pt x="80026" y="14106"/>
                    <a:pt x="80277" y="13429"/>
                  </a:cubicBezTo>
                  <a:lnTo>
                    <a:pt x="80277" y="13429"/>
                  </a:lnTo>
                  <a:cubicBezTo>
                    <a:pt x="82131" y="13981"/>
                    <a:pt x="83961" y="14632"/>
                    <a:pt x="85765" y="15334"/>
                  </a:cubicBezTo>
                  <a:cubicBezTo>
                    <a:pt x="86542" y="14231"/>
                    <a:pt x="87219" y="13079"/>
                    <a:pt x="87695" y="11800"/>
                  </a:cubicBezTo>
                  <a:cubicBezTo>
                    <a:pt x="88497" y="9570"/>
                    <a:pt x="88522" y="6938"/>
                    <a:pt x="87294" y="4908"/>
                  </a:cubicBezTo>
                  <a:cubicBezTo>
                    <a:pt x="85765" y="2377"/>
                    <a:pt x="82683" y="1224"/>
                    <a:pt x="79775" y="647"/>
                  </a:cubicBezTo>
                  <a:cubicBezTo>
                    <a:pt x="77493" y="202"/>
                    <a:pt x="75182" y="0"/>
                    <a:pt x="7286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71"/>
            <p:cNvSpPr/>
            <p:nvPr/>
          </p:nvSpPr>
          <p:spPr>
            <a:xfrm rot="260686">
              <a:off x="3819858" y="4101988"/>
              <a:ext cx="62719" cy="86840"/>
            </a:xfrm>
            <a:custGeom>
              <a:avLst/>
              <a:gdLst/>
              <a:ahLst/>
              <a:cxnLst/>
              <a:rect l="l" t="t" r="r" b="b"/>
              <a:pathLst>
                <a:path w="2933" h="4061" extrusionOk="0">
                  <a:moveTo>
                    <a:pt x="2857" y="4061"/>
                  </a:moveTo>
                  <a:cubicBezTo>
                    <a:pt x="1905" y="2707"/>
                    <a:pt x="953" y="1354"/>
                    <a:pt x="0" y="1"/>
                  </a:cubicBezTo>
                  <a:lnTo>
                    <a:pt x="0" y="1"/>
                  </a:lnTo>
                  <a:cubicBezTo>
                    <a:pt x="953" y="1354"/>
                    <a:pt x="1905" y="2707"/>
                    <a:pt x="2857" y="4061"/>
                  </a:cubicBezTo>
                  <a:cubicBezTo>
                    <a:pt x="2883" y="4036"/>
                    <a:pt x="2908" y="4036"/>
                    <a:pt x="2933" y="4036"/>
                  </a:cubicBezTo>
                  <a:cubicBezTo>
                    <a:pt x="2908" y="4036"/>
                    <a:pt x="2883" y="4036"/>
                    <a:pt x="2857" y="4061"/>
                  </a:cubicBezTo>
                  <a:close/>
                </a:path>
              </a:pathLst>
            </a:custGeom>
            <a:solidFill>
              <a:srgbClr val="A4AE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71"/>
            <p:cNvSpPr/>
            <p:nvPr/>
          </p:nvSpPr>
          <p:spPr>
            <a:xfrm rot="260686">
              <a:off x="3814627" y="4086560"/>
              <a:ext cx="9131" cy="12873"/>
            </a:xfrm>
            <a:custGeom>
              <a:avLst/>
              <a:gdLst/>
              <a:ahLst/>
              <a:cxnLst/>
              <a:rect l="l" t="t" r="r" b="b"/>
              <a:pathLst>
                <a:path w="427" h="602" extrusionOk="0">
                  <a:moveTo>
                    <a:pt x="426" y="602"/>
                  </a:moveTo>
                  <a:cubicBezTo>
                    <a:pt x="301" y="401"/>
                    <a:pt x="151" y="201"/>
                    <a:pt x="0" y="0"/>
                  </a:cubicBezTo>
                  <a:cubicBezTo>
                    <a:pt x="50" y="150"/>
                    <a:pt x="75" y="301"/>
                    <a:pt x="100" y="476"/>
                  </a:cubicBezTo>
                  <a:cubicBezTo>
                    <a:pt x="75" y="301"/>
                    <a:pt x="50" y="150"/>
                    <a:pt x="0" y="0"/>
                  </a:cubicBezTo>
                  <a:cubicBezTo>
                    <a:pt x="151" y="201"/>
                    <a:pt x="301" y="401"/>
                    <a:pt x="426" y="602"/>
                  </a:cubicBezTo>
                  <a:lnTo>
                    <a:pt x="426" y="602"/>
                  </a:lnTo>
                  <a:close/>
                </a:path>
              </a:pathLst>
            </a:custGeom>
            <a:solidFill>
              <a:srgbClr val="8374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71"/>
            <p:cNvSpPr/>
            <p:nvPr/>
          </p:nvSpPr>
          <p:spPr>
            <a:xfrm rot="260686">
              <a:off x="3898030" y="4156782"/>
              <a:ext cx="6993" cy="25212"/>
            </a:xfrm>
            <a:custGeom>
              <a:avLst/>
              <a:gdLst/>
              <a:ahLst/>
              <a:cxnLst/>
              <a:rect l="l" t="t" r="r" b="b"/>
              <a:pathLst>
                <a:path w="327" h="1179" extrusionOk="0">
                  <a:moveTo>
                    <a:pt x="326" y="1178"/>
                  </a:moveTo>
                  <a:cubicBezTo>
                    <a:pt x="226" y="803"/>
                    <a:pt x="101" y="402"/>
                    <a:pt x="1" y="1"/>
                  </a:cubicBezTo>
                  <a:lnTo>
                    <a:pt x="1" y="1"/>
                  </a:lnTo>
                  <a:cubicBezTo>
                    <a:pt x="101" y="402"/>
                    <a:pt x="226" y="803"/>
                    <a:pt x="326" y="1178"/>
                  </a:cubicBezTo>
                  <a:lnTo>
                    <a:pt x="326" y="1178"/>
                  </a:lnTo>
                  <a:close/>
                </a:path>
              </a:pathLst>
            </a:custGeom>
            <a:solidFill>
              <a:srgbClr val="8374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71"/>
            <p:cNvSpPr/>
            <p:nvPr/>
          </p:nvSpPr>
          <p:spPr>
            <a:xfrm rot="260686">
              <a:off x="3875075" y="4052623"/>
              <a:ext cx="38598" cy="103456"/>
            </a:xfrm>
            <a:custGeom>
              <a:avLst/>
              <a:gdLst/>
              <a:ahLst/>
              <a:cxnLst/>
              <a:rect l="l" t="t" r="r" b="b"/>
              <a:pathLst>
                <a:path w="1805" h="4838" extrusionOk="0">
                  <a:moveTo>
                    <a:pt x="1304" y="4838"/>
                  </a:moveTo>
                  <a:cubicBezTo>
                    <a:pt x="878" y="3234"/>
                    <a:pt x="426" y="1604"/>
                    <a:pt x="0" y="0"/>
                  </a:cubicBezTo>
                  <a:cubicBezTo>
                    <a:pt x="627" y="777"/>
                    <a:pt x="1228" y="1554"/>
                    <a:pt x="1805" y="2381"/>
                  </a:cubicBezTo>
                  <a:lnTo>
                    <a:pt x="1805" y="2381"/>
                  </a:lnTo>
                  <a:cubicBezTo>
                    <a:pt x="1228" y="1554"/>
                    <a:pt x="627" y="777"/>
                    <a:pt x="0" y="0"/>
                  </a:cubicBezTo>
                  <a:cubicBezTo>
                    <a:pt x="426" y="1604"/>
                    <a:pt x="878" y="3234"/>
                    <a:pt x="1304" y="4838"/>
                  </a:cubicBezTo>
                  <a:lnTo>
                    <a:pt x="1304" y="4838"/>
                  </a:lnTo>
                  <a:close/>
                </a:path>
              </a:pathLst>
            </a:custGeom>
            <a:solidFill>
              <a:srgbClr val="A4AE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71"/>
            <p:cNvSpPr/>
            <p:nvPr/>
          </p:nvSpPr>
          <p:spPr>
            <a:xfrm rot="260686">
              <a:off x="4435674" y="3598109"/>
              <a:ext cx="131875" cy="293730"/>
            </a:xfrm>
            <a:custGeom>
              <a:avLst/>
              <a:gdLst/>
              <a:ahLst/>
              <a:cxnLst/>
              <a:rect l="l" t="t" r="r" b="b"/>
              <a:pathLst>
                <a:path w="6167" h="13736" extrusionOk="0">
                  <a:moveTo>
                    <a:pt x="1830" y="13735"/>
                  </a:moveTo>
                  <a:lnTo>
                    <a:pt x="1830" y="13735"/>
                  </a:lnTo>
                  <a:cubicBezTo>
                    <a:pt x="1956" y="13610"/>
                    <a:pt x="2081" y="13460"/>
                    <a:pt x="2231" y="13334"/>
                  </a:cubicBezTo>
                  <a:cubicBezTo>
                    <a:pt x="2081" y="13460"/>
                    <a:pt x="1956" y="13610"/>
                    <a:pt x="1830" y="13735"/>
                  </a:cubicBezTo>
                  <a:close/>
                  <a:moveTo>
                    <a:pt x="2607" y="12933"/>
                  </a:moveTo>
                  <a:cubicBezTo>
                    <a:pt x="1730" y="12106"/>
                    <a:pt x="878" y="11304"/>
                    <a:pt x="1" y="10477"/>
                  </a:cubicBezTo>
                  <a:cubicBezTo>
                    <a:pt x="878" y="11304"/>
                    <a:pt x="1730" y="12106"/>
                    <a:pt x="2607" y="12933"/>
                  </a:cubicBezTo>
                  <a:lnTo>
                    <a:pt x="2607" y="12933"/>
                  </a:lnTo>
                  <a:close/>
                  <a:moveTo>
                    <a:pt x="6166" y="76"/>
                  </a:moveTo>
                  <a:lnTo>
                    <a:pt x="6141" y="51"/>
                  </a:lnTo>
                  <a:lnTo>
                    <a:pt x="6166" y="76"/>
                  </a:lnTo>
                  <a:close/>
                  <a:moveTo>
                    <a:pt x="6141" y="51"/>
                  </a:moveTo>
                  <a:cubicBezTo>
                    <a:pt x="6141" y="51"/>
                    <a:pt x="6141" y="51"/>
                    <a:pt x="6141" y="26"/>
                  </a:cubicBezTo>
                  <a:cubicBezTo>
                    <a:pt x="6141" y="51"/>
                    <a:pt x="6141" y="51"/>
                    <a:pt x="6141" y="51"/>
                  </a:cubicBezTo>
                  <a:close/>
                  <a:moveTo>
                    <a:pt x="6141" y="26"/>
                  </a:moveTo>
                  <a:cubicBezTo>
                    <a:pt x="6141" y="26"/>
                    <a:pt x="6116" y="26"/>
                    <a:pt x="6116" y="26"/>
                  </a:cubicBezTo>
                  <a:cubicBezTo>
                    <a:pt x="6116" y="26"/>
                    <a:pt x="6141" y="26"/>
                    <a:pt x="6141" y="26"/>
                  </a:cubicBezTo>
                  <a:close/>
                  <a:moveTo>
                    <a:pt x="6116" y="26"/>
                  </a:moveTo>
                  <a:cubicBezTo>
                    <a:pt x="6116" y="1"/>
                    <a:pt x="6116" y="1"/>
                    <a:pt x="6116" y="1"/>
                  </a:cubicBezTo>
                  <a:cubicBezTo>
                    <a:pt x="6116" y="1"/>
                    <a:pt x="6116" y="1"/>
                    <a:pt x="6116" y="26"/>
                  </a:cubicBezTo>
                  <a:close/>
                  <a:moveTo>
                    <a:pt x="6116" y="1"/>
                  </a:moveTo>
                  <a:cubicBezTo>
                    <a:pt x="6116" y="1"/>
                    <a:pt x="6116" y="1"/>
                    <a:pt x="6116" y="1"/>
                  </a:cubicBezTo>
                  <a:cubicBezTo>
                    <a:pt x="6116" y="1"/>
                    <a:pt x="6116" y="1"/>
                    <a:pt x="6116" y="1"/>
                  </a:cubicBezTo>
                  <a:close/>
                </a:path>
              </a:pathLst>
            </a:custGeom>
            <a:solidFill>
              <a:srgbClr val="FEF5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71"/>
            <p:cNvSpPr/>
            <p:nvPr/>
          </p:nvSpPr>
          <p:spPr>
            <a:xfrm rot="260686">
              <a:off x="2915508" y="4295498"/>
              <a:ext cx="92186" cy="6971"/>
            </a:xfrm>
            <a:custGeom>
              <a:avLst/>
              <a:gdLst/>
              <a:ahLst/>
              <a:cxnLst/>
              <a:rect l="l" t="t" r="r" b="b"/>
              <a:pathLst>
                <a:path w="4311" h="326" extrusionOk="0">
                  <a:moveTo>
                    <a:pt x="0" y="0"/>
                  </a:moveTo>
                  <a:lnTo>
                    <a:pt x="0" y="0"/>
                  </a:lnTo>
                  <a:cubicBezTo>
                    <a:pt x="542" y="67"/>
                    <a:pt x="1087" y="122"/>
                    <a:pt x="1634" y="169"/>
                  </a:cubicBezTo>
                  <a:lnTo>
                    <a:pt x="1634" y="169"/>
                  </a:lnTo>
                  <a:cubicBezTo>
                    <a:pt x="1084" y="120"/>
                    <a:pt x="537" y="60"/>
                    <a:pt x="0" y="0"/>
                  </a:cubicBezTo>
                  <a:close/>
                  <a:moveTo>
                    <a:pt x="1634" y="169"/>
                  </a:moveTo>
                  <a:cubicBezTo>
                    <a:pt x="2000" y="201"/>
                    <a:pt x="2368" y="229"/>
                    <a:pt x="2736" y="250"/>
                  </a:cubicBezTo>
                  <a:lnTo>
                    <a:pt x="2736" y="250"/>
                  </a:lnTo>
                  <a:cubicBezTo>
                    <a:pt x="2368" y="227"/>
                    <a:pt x="2001" y="200"/>
                    <a:pt x="1634" y="169"/>
                  </a:cubicBezTo>
                  <a:close/>
                  <a:moveTo>
                    <a:pt x="2736" y="250"/>
                  </a:moveTo>
                  <a:lnTo>
                    <a:pt x="2736" y="250"/>
                  </a:lnTo>
                  <a:cubicBezTo>
                    <a:pt x="2949" y="263"/>
                    <a:pt x="3163" y="275"/>
                    <a:pt x="3377" y="286"/>
                  </a:cubicBezTo>
                  <a:lnTo>
                    <a:pt x="3377" y="286"/>
                  </a:lnTo>
                  <a:cubicBezTo>
                    <a:pt x="3328" y="283"/>
                    <a:pt x="3280" y="279"/>
                    <a:pt x="3233" y="276"/>
                  </a:cubicBezTo>
                  <a:cubicBezTo>
                    <a:pt x="3083" y="276"/>
                    <a:pt x="2907" y="251"/>
                    <a:pt x="2757" y="251"/>
                  </a:cubicBezTo>
                  <a:cubicBezTo>
                    <a:pt x="2750" y="250"/>
                    <a:pt x="2743" y="250"/>
                    <a:pt x="2736" y="250"/>
                  </a:cubicBezTo>
                  <a:close/>
                  <a:moveTo>
                    <a:pt x="3377" y="286"/>
                  </a:moveTo>
                  <a:cubicBezTo>
                    <a:pt x="3685" y="307"/>
                    <a:pt x="4007" y="326"/>
                    <a:pt x="4311" y="326"/>
                  </a:cubicBezTo>
                  <a:cubicBezTo>
                    <a:pt x="4000" y="315"/>
                    <a:pt x="3689" y="302"/>
                    <a:pt x="3377" y="286"/>
                  </a:cubicBezTo>
                  <a:close/>
                </a:path>
              </a:pathLst>
            </a:custGeom>
            <a:solidFill>
              <a:srgbClr val="F6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71"/>
            <p:cNvSpPr/>
            <p:nvPr/>
          </p:nvSpPr>
          <p:spPr>
            <a:xfrm rot="260686">
              <a:off x="2894610" y="4287959"/>
              <a:ext cx="20914" cy="3250"/>
            </a:xfrm>
            <a:custGeom>
              <a:avLst/>
              <a:gdLst/>
              <a:ahLst/>
              <a:cxnLst/>
              <a:rect l="l" t="t" r="r" b="b"/>
              <a:pathLst>
                <a:path w="978" h="152" extrusionOk="0">
                  <a:moveTo>
                    <a:pt x="978" y="151"/>
                  </a:moveTo>
                  <a:cubicBezTo>
                    <a:pt x="978" y="151"/>
                    <a:pt x="978" y="151"/>
                    <a:pt x="978" y="151"/>
                  </a:cubicBezTo>
                  <a:cubicBezTo>
                    <a:pt x="978" y="151"/>
                    <a:pt x="978" y="151"/>
                    <a:pt x="978" y="151"/>
                  </a:cubicBezTo>
                  <a:close/>
                  <a:moveTo>
                    <a:pt x="978" y="151"/>
                  </a:moveTo>
                  <a:cubicBezTo>
                    <a:pt x="978" y="151"/>
                    <a:pt x="978" y="151"/>
                    <a:pt x="953" y="151"/>
                  </a:cubicBezTo>
                  <a:cubicBezTo>
                    <a:pt x="978" y="151"/>
                    <a:pt x="978" y="151"/>
                    <a:pt x="978" y="151"/>
                  </a:cubicBezTo>
                  <a:close/>
                  <a:moveTo>
                    <a:pt x="953" y="151"/>
                  </a:moveTo>
                  <a:cubicBezTo>
                    <a:pt x="652" y="101"/>
                    <a:pt x="326" y="51"/>
                    <a:pt x="26" y="1"/>
                  </a:cubicBezTo>
                  <a:cubicBezTo>
                    <a:pt x="326" y="51"/>
                    <a:pt x="652" y="101"/>
                    <a:pt x="953" y="151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6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71"/>
            <p:cNvSpPr/>
            <p:nvPr/>
          </p:nvSpPr>
          <p:spPr>
            <a:xfrm rot="260686">
              <a:off x="4386945" y="3598881"/>
              <a:ext cx="207446" cy="276024"/>
            </a:xfrm>
            <a:custGeom>
              <a:avLst/>
              <a:gdLst/>
              <a:ahLst/>
              <a:cxnLst/>
              <a:rect l="l" t="t" r="r" b="b"/>
              <a:pathLst>
                <a:path w="9701" h="12908" extrusionOk="0">
                  <a:moveTo>
                    <a:pt x="2582" y="12907"/>
                  </a:moveTo>
                  <a:cubicBezTo>
                    <a:pt x="1705" y="12456"/>
                    <a:pt x="853" y="11955"/>
                    <a:pt x="1" y="11429"/>
                  </a:cubicBezTo>
                  <a:lnTo>
                    <a:pt x="1" y="11429"/>
                  </a:lnTo>
                  <a:cubicBezTo>
                    <a:pt x="853" y="11955"/>
                    <a:pt x="1705" y="12456"/>
                    <a:pt x="2582" y="12907"/>
                  </a:cubicBezTo>
                  <a:close/>
                  <a:moveTo>
                    <a:pt x="8873" y="6892"/>
                  </a:moveTo>
                  <a:lnTo>
                    <a:pt x="8873" y="6892"/>
                  </a:lnTo>
                  <a:cubicBezTo>
                    <a:pt x="9675" y="4662"/>
                    <a:pt x="9700" y="2030"/>
                    <a:pt x="8472" y="0"/>
                  </a:cubicBezTo>
                  <a:cubicBezTo>
                    <a:pt x="9700" y="2030"/>
                    <a:pt x="9675" y="4662"/>
                    <a:pt x="8873" y="6892"/>
                  </a:cubicBezTo>
                  <a:lnTo>
                    <a:pt x="8873" y="6892"/>
                  </a:lnTo>
                  <a:close/>
                </a:path>
              </a:pathLst>
            </a:custGeom>
            <a:solidFill>
              <a:srgbClr val="FEF5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71"/>
            <p:cNvSpPr/>
            <p:nvPr/>
          </p:nvSpPr>
          <p:spPr>
            <a:xfrm rot="260686">
              <a:off x="2293647" y="4210224"/>
              <a:ext cx="132388" cy="165105"/>
            </a:xfrm>
            <a:custGeom>
              <a:avLst/>
              <a:gdLst/>
              <a:ahLst/>
              <a:cxnLst/>
              <a:rect l="l" t="t" r="r" b="b"/>
              <a:pathLst>
                <a:path w="6191" h="7721" extrusionOk="0">
                  <a:moveTo>
                    <a:pt x="3033" y="0"/>
                  </a:moveTo>
                  <a:lnTo>
                    <a:pt x="2983" y="26"/>
                  </a:lnTo>
                  <a:cubicBezTo>
                    <a:pt x="953" y="903"/>
                    <a:pt x="0" y="3259"/>
                    <a:pt x="877" y="5289"/>
                  </a:cubicBezTo>
                  <a:cubicBezTo>
                    <a:pt x="1533" y="6805"/>
                    <a:pt x="3014" y="7721"/>
                    <a:pt x="4567" y="7721"/>
                  </a:cubicBezTo>
                  <a:cubicBezTo>
                    <a:pt x="5093" y="7721"/>
                    <a:pt x="5627" y="7616"/>
                    <a:pt x="6141" y="7394"/>
                  </a:cubicBezTo>
                  <a:lnTo>
                    <a:pt x="6191" y="7394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71"/>
            <p:cNvSpPr/>
            <p:nvPr/>
          </p:nvSpPr>
          <p:spPr>
            <a:xfrm rot="260686">
              <a:off x="2406371" y="3509355"/>
              <a:ext cx="2114295" cy="896116"/>
            </a:xfrm>
            <a:custGeom>
              <a:avLst/>
              <a:gdLst/>
              <a:ahLst/>
              <a:cxnLst/>
              <a:rect l="l" t="t" r="r" b="b"/>
              <a:pathLst>
                <a:path w="98873" h="41906" extrusionOk="0">
                  <a:moveTo>
                    <a:pt x="98873" y="1"/>
                  </a:moveTo>
                  <a:cubicBezTo>
                    <a:pt x="82432" y="6367"/>
                    <a:pt x="65840" y="12256"/>
                    <a:pt x="49299" y="18296"/>
                  </a:cubicBezTo>
                  <a:cubicBezTo>
                    <a:pt x="41003" y="21329"/>
                    <a:pt x="32732" y="24387"/>
                    <a:pt x="24512" y="27595"/>
                  </a:cubicBezTo>
                  <a:cubicBezTo>
                    <a:pt x="16291" y="30803"/>
                    <a:pt x="8095" y="34136"/>
                    <a:pt x="0" y="37770"/>
                  </a:cubicBezTo>
                  <a:lnTo>
                    <a:pt x="1980" y="41906"/>
                  </a:lnTo>
                  <a:cubicBezTo>
                    <a:pt x="9800" y="37971"/>
                    <a:pt x="17795" y="34312"/>
                    <a:pt x="25840" y="30778"/>
                  </a:cubicBezTo>
                  <a:cubicBezTo>
                    <a:pt x="33885" y="27219"/>
                    <a:pt x="41980" y="23810"/>
                    <a:pt x="50126" y="20427"/>
                  </a:cubicBezTo>
                  <a:cubicBezTo>
                    <a:pt x="66391" y="13685"/>
                    <a:pt x="82732" y="7068"/>
                    <a:pt x="988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71"/>
            <p:cNvSpPr/>
            <p:nvPr/>
          </p:nvSpPr>
          <p:spPr>
            <a:xfrm rot="260686">
              <a:off x="2331588" y="4136826"/>
              <a:ext cx="213861" cy="278162"/>
            </a:xfrm>
            <a:custGeom>
              <a:avLst/>
              <a:gdLst/>
              <a:ahLst/>
              <a:cxnLst/>
              <a:rect l="l" t="t" r="r" b="b"/>
              <a:pathLst>
                <a:path w="10001" h="13008" extrusionOk="0">
                  <a:moveTo>
                    <a:pt x="5414" y="0"/>
                  </a:moveTo>
                  <a:lnTo>
                    <a:pt x="1" y="2331"/>
                  </a:lnTo>
                  <a:lnTo>
                    <a:pt x="4587" y="13008"/>
                  </a:lnTo>
                  <a:lnTo>
                    <a:pt x="10001" y="10702"/>
                  </a:lnTo>
                  <a:lnTo>
                    <a:pt x="541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71"/>
            <p:cNvSpPr/>
            <p:nvPr/>
          </p:nvSpPr>
          <p:spPr>
            <a:xfrm rot="260686">
              <a:off x="2068847" y="4231342"/>
              <a:ext cx="294778" cy="203404"/>
            </a:xfrm>
            <a:custGeom>
              <a:avLst/>
              <a:gdLst/>
              <a:ahLst/>
              <a:cxnLst/>
              <a:rect l="l" t="t" r="r" b="b"/>
              <a:pathLst>
                <a:path w="13785" h="9512" extrusionOk="0">
                  <a:moveTo>
                    <a:pt x="9113" y="0"/>
                  </a:moveTo>
                  <a:cubicBezTo>
                    <a:pt x="8009" y="0"/>
                    <a:pt x="6909" y="430"/>
                    <a:pt x="6141" y="1216"/>
                  </a:cubicBezTo>
                  <a:cubicBezTo>
                    <a:pt x="5364" y="1968"/>
                    <a:pt x="4938" y="2996"/>
                    <a:pt x="4386" y="3923"/>
                  </a:cubicBezTo>
                  <a:cubicBezTo>
                    <a:pt x="3384" y="5577"/>
                    <a:pt x="1680" y="6730"/>
                    <a:pt x="0" y="7682"/>
                  </a:cubicBezTo>
                  <a:lnTo>
                    <a:pt x="727" y="9512"/>
                  </a:lnTo>
                  <a:cubicBezTo>
                    <a:pt x="1630" y="9061"/>
                    <a:pt x="2629" y="8910"/>
                    <a:pt x="3633" y="8910"/>
                  </a:cubicBezTo>
                  <a:cubicBezTo>
                    <a:pt x="4078" y="8910"/>
                    <a:pt x="4524" y="8939"/>
                    <a:pt x="4963" y="8986"/>
                  </a:cubicBezTo>
                  <a:cubicBezTo>
                    <a:pt x="6099" y="9085"/>
                    <a:pt x="7250" y="9280"/>
                    <a:pt x="8393" y="9280"/>
                  </a:cubicBezTo>
                  <a:cubicBezTo>
                    <a:pt x="8687" y="9280"/>
                    <a:pt x="8981" y="9267"/>
                    <a:pt x="9274" y="9236"/>
                  </a:cubicBezTo>
                  <a:cubicBezTo>
                    <a:pt x="10702" y="9111"/>
                    <a:pt x="12181" y="8459"/>
                    <a:pt x="12883" y="7181"/>
                  </a:cubicBezTo>
                  <a:cubicBezTo>
                    <a:pt x="13785" y="5577"/>
                    <a:pt x="12933" y="1091"/>
                    <a:pt x="10426" y="214"/>
                  </a:cubicBezTo>
                  <a:cubicBezTo>
                    <a:pt x="10002" y="70"/>
                    <a:pt x="9557" y="0"/>
                    <a:pt x="91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71"/>
            <p:cNvSpPr/>
            <p:nvPr/>
          </p:nvSpPr>
          <p:spPr>
            <a:xfrm rot="260686">
              <a:off x="2070653" y="4341243"/>
              <a:ext cx="154392" cy="71850"/>
            </a:xfrm>
            <a:custGeom>
              <a:avLst/>
              <a:gdLst/>
              <a:ahLst/>
              <a:cxnLst/>
              <a:rect l="l" t="t" r="r" b="b"/>
              <a:pathLst>
                <a:path w="7220" h="3360" extrusionOk="0">
                  <a:moveTo>
                    <a:pt x="7019" y="1"/>
                  </a:moveTo>
                  <a:lnTo>
                    <a:pt x="1" y="2908"/>
                  </a:lnTo>
                  <a:lnTo>
                    <a:pt x="176" y="3359"/>
                  </a:lnTo>
                  <a:lnTo>
                    <a:pt x="7219" y="477"/>
                  </a:lnTo>
                  <a:lnTo>
                    <a:pt x="701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71"/>
            <p:cNvSpPr/>
            <p:nvPr/>
          </p:nvSpPr>
          <p:spPr>
            <a:xfrm rot="260686">
              <a:off x="2177228" y="4312145"/>
              <a:ext cx="92208" cy="81537"/>
            </a:xfrm>
            <a:custGeom>
              <a:avLst/>
              <a:gdLst/>
              <a:ahLst/>
              <a:cxnLst/>
              <a:rect l="l" t="t" r="r" b="b"/>
              <a:pathLst>
                <a:path w="4312" h="3813" extrusionOk="0">
                  <a:moveTo>
                    <a:pt x="2163" y="1"/>
                  </a:moveTo>
                  <a:cubicBezTo>
                    <a:pt x="1919" y="1"/>
                    <a:pt x="1670" y="48"/>
                    <a:pt x="1429" y="147"/>
                  </a:cubicBezTo>
                  <a:cubicBezTo>
                    <a:pt x="451" y="548"/>
                    <a:pt x="0" y="1651"/>
                    <a:pt x="376" y="2628"/>
                  </a:cubicBezTo>
                  <a:cubicBezTo>
                    <a:pt x="682" y="3373"/>
                    <a:pt x="1410" y="3813"/>
                    <a:pt x="2172" y="3813"/>
                  </a:cubicBezTo>
                  <a:cubicBezTo>
                    <a:pt x="2410" y="3813"/>
                    <a:pt x="2650" y="3770"/>
                    <a:pt x="2882" y="3681"/>
                  </a:cubicBezTo>
                  <a:cubicBezTo>
                    <a:pt x="3835" y="3280"/>
                    <a:pt x="4311" y="2152"/>
                    <a:pt x="3910" y="1175"/>
                  </a:cubicBezTo>
                  <a:cubicBezTo>
                    <a:pt x="3608" y="438"/>
                    <a:pt x="2908" y="1"/>
                    <a:pt x="21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71"/>
            <p:cNvSpPr/>
            <p:nvPr/>
          </p:nvSpPr>
          <p:spPr>
            <a:xfrm rot="260686">
              <a:off x="2118441" y="4243175"/>
              <a:ext cx="188136" cy="129052"/>
            </a:xfrm>
            <a:custGeom>
              <a:avLst/>
              <a:gdLst/>
              <a:ahLst/>
              <a:cxnLst/>
              <a:rect l="l" t="t" r="r" b="b"/>
              <a:pathLst>
                <a:path w="8798" h="6035" extrusionOk="0">
                  <a:moveTo>
                    <a:pt x="6663" y="1"/>
                  </a:moveTo>
                  <a:cubicBezTo>
                    <a:pt x="6471" y="1"/>
                    <a:pt x="6279" y="15"/>
                    <a:pt x="6091" y="45"/>
                  </a:cubicBezTo>
                  <a:cubicBezTo>
                    <a:pt x="5565" y="145"/>
                    <a:pt x="5114" y="421"/>
                    <a:pt x="4738" y="721"/>
                  </a:cubicBezTo>
                  <a:cubicBezTo>
                    <a:pt x="4362" y="1047"/>
                    <a:pt x="4011" y="1398"/>
                    <a:pt x="3710" y="1774"/>
                  </a:cubicBezTo>
                  <a:cubicBezTo>
                    <a:pt x="3384" y="2125"/>
                    <a:pt x="3109" y="2526"/>
                    <a:pt x="2833" y="2927"/>
                  </a:cubicBezTo>
                  <a:lnTo>
                    <a:pt x="2031" y="4105"/>
                  </a:lnTo>
                  <a:cubicBezTo>
                    <a:pt x="1755" y="4481"/>
                    <a:pt x="1455" y="4857"/>
                    <a:pt x="1129" y="5183"/>
                  </a:cubicBezTo>
                  <a:cubicBezTo>
                    <a:pt x="803" y="5533"/>
                    <a:pt x="452" y="5834"/>
                    <a:pt x="1" y="6035"/>
                  </a:cubicBezTo>
                  <a:lnTo>
                    <a:pt x="1" y="6035"/>
                  </a:lnTo>
                  <a:cubicBezTo>
                    <a:pt x="953" y="5759"/>
                    <a:pt x="1655" y="5032"/>
                    <a:pt x="2282" y="4305"/>
                  </a:cubicBezTo>
                  <a:cubicBezTo>
                    <a:pt x="2883" y="3528"/>
                    <a:pt x="3384" y="2751"/>
                    <a:pt x="4011" y="2025"/>
                  </a:cubicBezTo>
                  <a:cubicBezTo>
                    <a:pt x="4312" y="1674"/>
                    <a:pt x="4638" y="1323"/>
                    <a:pt x="4988" y="1022"/>
                  </a:cubicBezTo>
                  <a:cubicBezTo>
                    <a:pt x="5339" y="721"/>
                    <a:pt x="5715" y="471"/>
                    <a:pt x="6141" y="371"/>
                  </a:cubicBezTo>
                  <a:cubicBezTo>
                    <a:pt x="6442" y="304"/>
                    <a:pt x="6754" y="270"/>
                    <a:pt x="7062" y="270"/>
                  </a:cubicBezTo>
                  <a:cubicBezTo>
                    <a:pt x="7216" y="270"/>
                    <a:pt x="7369" y="279"/>
                    <a:pt x="7520" y="295"/>
                  </a:cubicBezTo>
                  <a:cubicBezTo>
                    <a:pt x="7971" y="345"/>
                    <a:pt x="8447" y="521"/>
                    <a:pt x="8798" y="847"/>
                  </a:cubicBezTo>
                  <a:cubicBezTo>
                    <a:pt x="8497" y="446"/>
                    <a:pt x="8021" y="220"/>
                    <a:pt x="7545" y="95"/>
                  </a:cubicBezTo>
                  <a:cubicBezTo>
                    <a:pt x="7256" y="34"/>
                    <a:pt x="6959" y="1"/>
                    <a:pt x="66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71"/>
            <p:cNvSpPr/>
            <p:nvPr/>
          </p:nvSpPr>
          <p:spPr>
            <a:xfrm rot="260686">
              <a:off x="2348455" y="4196589"/>
              <a:ext cx="87375" cy="190809"/>
            </a:xfrm>
            <a:custGeom>
              <a:avLst/>
              <a:gdLst/>
              <a:ahLst/>
              <a:cxnLst/>
              <a:rect l="l" t="t" r="r" b="b"/>
              <a:pathLst>
                <a:path w="4086" h="8923" extrusionOk="0">
                  <a:moveTo>
                    <a:pt x="1" y="1"/>
                  </a:moveTo>
                  <a:cubicBezTo>
                    <a:pt x="527" y="1554"/>
                    <a:pt x="1179" y="3058"/>
                    <a:pt x="1855" y="4562"/>
                  </a:cubicBezTo>
                  <a:cubicBezTo>
                    <a:pt x="2532" y="6041"/>
                    <a:pt x="3234" y="7519"/>
                    <a:pt x="4086" y="8923"/>
                  </a:cubicBezTo>
                  <a:cubicBezTo>
                    <a:pt x="3535" y="7369"/>
                    <a:pt x="2908" y="5865"/>
                    <a:pt x="2231" y="4387"/>
                  </a:cubicBezTo>
                  <a:cubicBezTo>
                    <a:pt x="1530" y="2908"/>
                    <a:pt x="828" y="1429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2" name="Google Shape;912;p71"/>
          <p:cNvSpPr txBox="1">
            <a:spLocks noGrp="1"/>
          </p:cNvSpPr>
          <p:nvPr>
            <p:ph type="title"/>
          </p:nvPr>
        </p:nvSpPr>
        <p:spPr>
          <a:xfrm>
            <a:off x="4875850" y="1974075"/>
            <a:ext cx="3552600" cy="76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6000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主流程</a:t>
            </a:r>
            <a:endParaRPr sz="6000"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914" name="Google Shape;914;p71"/>
          <p:cNvGrpSpPr/>
          <p:nvPr/>
        </p:nvGrpSpPr>
        <p:grpSpPr>
          <a:xfrm>
            <a:off x="3980482" y="558249"/>
            <a:ext cx="1796097" cy="1159206"/>
            <a:chOff x="3980482" y="558249"/>
            <a:chExt cx="1796097" cy="1159206"/>
          </a:xfrm>
        </p:grpSpPr>
        <p:sp>
          <p:nvSpPr>
            <p:cNvPr id="915" name="Google Shape;915;p71"/>
            <p:cNvSpPr/>
            <p:nvPr/>
          </p:nvSpPr>
          <p:spPr>
            <a:xfrm>
              <a:off x="3980482" y="824695"/>
              <a:ext cx="292121" cy="292121"/>
            </a:xfrm>
            <a:custGeom>
              <a:avLst/>
              <a:gdLst/>
              <a:ahLst/>
              <a:cxnLst/>
              <a:rect l="l" t="t" r="r" b="b"/>
              <a:pathLst>
                <a:path w="7994" h="7994" extrusionOk="0">
                  <a:moveTo>
                    <a:pt x="3997" y="0"/>
                  </a:moveTo>
                  <a:cubicBezTo>
                    <a:pt x="3537" y="0"/>
                    <a:pt x="3160" y="377"/>
                    <a:pt x="3160" y="837"/>
                  </a:cubicBezTo>
                  <a:lnTo>
                    <a:pt x="3160" y="3160"/>
                  </a:lnTo>
                  <a:lnTo>
                    <a:pt x="858" y="3160"/>
                  </a:lnTo>
                  <a:cubicBezTo>
                    <a:pt x="377" y="3160"/>
                    <a:pt x="1" y="3536"/>
                    <a:pt x="1" y="3997"/>
                  </a:cubicBezTo>
                  <a:cubicBezTo>
                    <a:pt x="1" y="4457"/>
                    <a:pt x="377" y="4834"/>
                    <a:pt x="858" y="4834"/>
                  </a:cubicBezTo>
                  <a:lnTo>
                    <a:pt x="3160" y="4834"/>
                  </a:lnTo>
                  <a:lnTo>
                    <a:pt x="3160" y="7156"/>
                  </a:lnTo>
                  <a:cubicBezTo>
                    <a:pt x="3160" y="7617"/>
                    <a:pt x="3537" y="7993"/>
                    <a:pt x="3997" y="7993"/>
                  </a:cubicBezTo>
                  <a:cubicBezTo>
                    <a:pt x="4457" y="7993"/>
                    <a:pt x="4855" y="7617"/>
                    <a:pt x="4855" y="7156"/>
                  </a:cubicBezTo>
                  <a:lnTo>
                    <a:pt x="4855" y="4834"/>
                  </a:lnTo>
                  <a:lnTo>
                    <a:pt x="7156" y="4834"/>
                  </a:lnTo>
                  <a:cubicBezTo>
                    <a:pt x="7617" y="4834"/>
                    <a:pt x="7993" y="4457"/>
                    <a:pt x="7993" y="3997"/>
                  </a:cubicBezTo>
                  <a:cubicBezTo>
                    <a:pt x="7993" y="3536"/>
                    <a:pt x="7617" y="3160"/>
                    <a:pt x="7156" y="3160"/>
                  </a:cubicBezTo>
                  <a:lnTo>
                    <a:pt x="4855" y="3160"/>
                  </a:lnTo>
                  <a:lnTo>
                    <a:pt x="4855" y="837"/>
                  </a:lnTo>
                  <a:cubicBezTo>
                    <a:pt x="4855" y="377"/>
                    <a:pt x="4457" y="0"/>
                    <a:pt x="3997" y="0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71"/>
            <p:cNvSpPr/>
            <p:nvPr/>
          </p:nvSpPr>
          <p:spPr>
            <a:xfrm>
              <a:off x="5423180" y="558249"/>
              <a:ext cx="353398" cy="353314"/>
            </a:xfrm>
            <a:custGeom>
              <a:avLst/>
              <a:gdLst/>
              <a:ahLst/>
              <a:cxnLst/>
              <a:rect l="l" t="t" r="r" b="b"/>
              <a:pathLst>
                <a:path w="2931" h="2930" extrusionOk="0">
                  <a:moveTo>
                    <a:pt x="1466" y="0"/>
                  </a:moveTo>
                  <a:cubicBezTo>
                    <a:pt x="1298" y="0"/>
                    <a:pt x="1152" y="147"/>
                    <a:pt x="1152" y="314"/>
                  </a:cubicBezTo>
                  <a:lnTo>
                    <a:pt x="1152" y="1172"/>
                  </a:lnTo>
                  <a:lnTo>
                    <a:pt x="315" y="1172"/>
                  </a:lnTo>
                  <a:cubicBezTo>
                    <a:pt x="147" y="1172"/>
                    <a:pt x="1" y="1298"/>
                    <a:pt x="1" y="1465"/>
                  </a:cubicBezTo>
                  <a:cubicBezTo>
                    <a:pt x="1" y="1632"/>
                    <a:pt x="147" y="1779"/>
                    <a:pt x="315" y="1779"/>
                  </a:cubicBezTo>
                  <a:lnTo>
                    <a:pt x="1152" y="1779"/>
                  </a:lnTo>
                  <a:lnTo>
                    <a:pt x="1152" y="2637"/>
                  </a:lnTo>
                  <a:cubicBezTo>
                    <a:pt x="1152" y="2804"/>
                    <a:pt x="1298" y="2930"/>
                    <a:pt x="1466" y="2930"/>
                  </a:cubicBezTo>
                  <a:cubicBezTo>
                    <a:pt x="1633" y="2930"/>
                    <a:pt x="1779" y="2804"/>
                    <a:pt x="1779" y="2637"/>
                  </a:cubicBezTo>
                  <a:lnTo>
                    <a:pt x="1779" y="1779"/>
                  </a:lnTo>
                  <a:lnTo>
                    <a:pt x="2616" y="1779"/>
                  </a:lnTo>
                  <a:cubicBezTo>
                    <a:pt x="2805" y="1779"/>
                    <a:pt x="2930" y="1632"/>
                    <a:pt x="2930" y="1465"/>
                  </a:cubicBezTo>
                  <a:cubicBezTo>
                    <a:pt x="2930" y="1298"/>
                    <a:pt x="2805" y="1172"/>
                    <a:pt x="2616" y="1172"/>
                  </a:cubicBezTo>
                  <a:lnTo>
                    <a:pt x="1779" y="1172"/>
                  </a:lnTo>
                  <a:lnTo>
                    <a:pt x="1779" y="314"/>
                  </a:lnTo>
                  <a:cubicBezTo>
                    <a:pt x="1779" y="147"/>
                    <a:pt x="1633" y="0"/>
                    <a:pt x="1466" y="0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71"/>
            <p:cNvSpPr/>
            <p:nvPr/>
          </p:nvSpPr>
          <p:spPr>
            <a:xfrm>
              <a:off x="4676592" y="1140233"/>
              <a:ext cx="577253" cy="577221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2093" y="1"/>
                  </a:moveTo>
                  <a:cubicBezTo>
                    <a:pt x="1863" y="1"/>
                    <a:pt x="1654" y="210"/>
                    <a:pt x="1654" y="440"/>
                  </a:cubicBezTo>
                  <a:lnTo>
                    <a:pt x="1654" y="1675"/>
                  </a:lnTo>
                  <a:lnTo>
                    <a:pt x="440" y="1675"/>
                  </a:lnTo>
                  <a:cubicBezTo>
                    <a:pt x="189" y="1675"/>
                    <a:pt x="1" y="1863"/>
                    <a:pt x="1" y="2114"/>
                  </a:cubicBezTo>
                  <a:cubicBezTo>
                    <a:pt x="1" y="2344"/>
                    <a:pt x="189" y="2553"/>
                    <a:pt x="440" y="2553"/>
                  </a:cubicBezTo>
                  <a:lnTo>
                    <a:pt x="1654" y="2553"/>
                  </a:lnTo>
                  <a:lnTo>
                    <a:pt x="1654" y="3767"/>
                  </a:lnTo>
                  <a:cubicBezTo>
                    <a:pt x="1654" y="4018"/>
                    <a:pt x="1863" y="4206"/>
                    <a:pt x="2093" y="4206"/>
                  </a:cubicBezTo>
                  <a:cubicBezTo>
                    <a:pt x="2344" y="4206"/>
                    <a:pt x="2533" y="4018"/>
                    <a:pt x="2533" y="3767"/>
                  </a:cubicBezTo>
                  <a:lnTo>
                    <a:pt x="2533" y="2553"/>
                  </a:lnTo>
                  <a:lnTo>
                    <a:pt x="3767" y="2553"/>
                  </a:lnTo>
                  <a:cubicBezTo>
                    <a:pt x="3997" y="2553"/>
                    <a:pt x="4206" y="2344"/>
                    <a:pt x="4206" y="2114"/>
                  </a:cubicBezTo>
                  <a:cubicBezTo>
                    <a:pt x="4206" y="1863"/>
                    <a:pt x="4018" y="1675"/>
                    <a:pt x="3767" y="1675"/>
                  </a:cubicBezTo>
                  <a:lnTo>
                    <a:pt x="2533" y="1675"/>
                  </a:lnTo>
                  <a:lnTo>
                    <a:pt x="2533" y="440"/>
                  </a:lnTo>
                  <a:cubicBezTo>
                    <a:pt x="2533" y="210"/>
                    <a:pt x="2344" y="1"/>
                    <a:pt x="2093" y="1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8" name="Google Shape;918;p71"/>
          <p:cNvSpPr txBox="1">
            <a:spLocks noGrp="1"/>
          </p:cNvSpPr>
          <p:nvPr>
            <p:ph type="title" idx="2"/>
          </p:nvPr>
        </p:nvSpPr>
        <p:spPr>
          <a:xfrm>
            <a:off x="1469350" y="1320513"/>
            <a:ext cx="1878300" cy="10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DED2445-BE21-BDB7-4230-85307BA9F1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80"/>
          <p:cNvSpPr txBox="1">
            <a:spLocks noGrp="1"/>
          </p:cNvSpPr>
          <p:nvPr>
            <p:ph type="title"/>
          </p:nvPr>
        </p:nvSpPr>
        <p:spPr>
          <a:xfrm>
            <a:off x="714125" y="544075"/>
            <a:ext cx="771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600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主流程</a:t>
            </a:r>
            <a:endParaRPr sz="3600"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455" name="Google Shape;1455;p80"/>
          <p:cNvCxnSpPr>
            <a:stCxn id="1456" idx="3"/>
            <a:endCxn id="1457" idx="3"/>
          </p:cNvCxnSpPr>
          <p:nvPr/>
        </p:nvCxnSpPr>
        <p:spPr>
          <a:xfrm>
            <a:off x="3935025" y="2062800"/>
            <a:ext cx="1274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8" name="Google Shape;1458;p80"/>
          <p:cNvCxnSpPr>
            <a:stCxn id="1459" idx="3"/>
            <a:endCxn id="1460" idx="3"/>
          </p:cNvCxnSpPr>
          <p:nvPr/>
        </p:nvCxnSpPr>
        <p:spPr>
          <a:xfrm>
            <a:off x="3935025" y="3586800"/>
            <a:ext cx="1274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1" name="Google Shape;1461;p80"/>
          <p:cNvCxnSpPr>
            <a:stCxn id="1457" idx="2"/>
            <a:endCxn id="1459" idx="0"/>
          </p:cNvCxnSpPr>
          <p:nvPr/>
        </p:nvCxnSpPr>
        <p:spPr>
          <a:xfrm rot="5400000">
            <a:off x="4124325" y="1873650"/>
            <a:ext cx="895500" cy="1902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60" name="Google Shape;1460;p80"/>
          <p:cNvSpPr/>
          <p:nvPr/>
        </p:nvSpPr>
        <p:spPr>
          <a:xfrm flipH="1">
            <a:off x="5208975" y="3272550"/>
            <a:ext cx="628500" cy="628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Libre Baskerville"/>
                <a:sym typeface="Libre Baskerville"/>
              </a:rPr>
              <a:t>04</a:t>
            </a:r>
            <a:endParaRPr sz="2000" b="1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  <a:cs typeface="Libre Baskerville"/>
              <a:sym typeface="Libre Baskerville"/>
            </a:endParaRPr>
          </a:p>
        </p:txBody>
      </p:sp>
      <p:sp>
        <p:nvSpPr>
          <p:cNvPr id="1462" name="Google Shape;1462;p80"/>
          <p:cNvSpPr txBox="1"/>
          <p:nvPr/>
        </p:nvSpPr>
        <p:spPr>
          <a:xfrm flipH="1">
            <a:off x="6158725" y="3428580"/>
            <a:ext cx="18111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Roboto"/>
                <a:sym typeface="Roboto"/>
              </a:rPr>
              <a:t>推薦網站平台中</a:t>
            </a:r>
            <a:endParaRPr lang="en-US" altLang="zh-TW"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Roboto"/>
                <a:sym typeface="Roboto"/>
              </a:rPr>
              <a:t>與客戶最契合的寵物</a:t>
            </a:r>
            <a:endParaRPr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  <a:cs typeface="Roboto"/>
              <a:sym typeface="Roboto"/>
            </a:endParaRPr>
          </a:p>
        </p:txBody>
      </p:sp>
      <p:sp>
        <p:nvSpPr>
          <p:cNvPr id="1463" name="Google Shape;1463;p80"/>
          <p:cNvSpPr txBox="1"/>
          <p:nvPr/>
        </p:nvSpPr>
        <p:spPr>
          <a:xfrm flipH="1">
            <a:off x="6158725" y="3080225"/>
            <a:ext cx="1902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Libre Baskerville"/>
                <a:sym typeface="Libre Baskerville"/>
              </a:rPr>
              <a:t>帶我回家</a:t>
            </a:r>
            <a:endParaRPr sz="2000" b="1"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  <a:cs typeface="Libre Baskerville"/>
              <a:sym typeface="Libre Baskerville"/>
            </a:endParaRPr>
          </a:p>
        </p:txBody>
      </p:sp>
      <p:sp>
        <p:nvSpPr>
          <p:cNvPr id="1457" name="Google Shape;1457;p80"/>
          <p:cNvSpPr/>
          <p:nvPr/>
        </p:nvSpPr>
        <p:spPr>
          <a:xfrm flipH="1">
            <a:off x="5208975" y="1748550"/>
            <a:ext cx="628500" cy="628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Libre Baskerville"/>
                <a:sym typeface="Libre Baskerville"/>
              </a:rPr>
              <a:t>02</a:t>
            </a:r>
            <a:endParaRPr sz="2000" b="1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  <a:cs typeface="Libre Baskerville"/>
              <a:sym typeface="Libre Baskerville"/>
            </a:endParaRPr>
          </a:p>
        </p:txBody>
      </p:sp>
      <p:sp>
        <p:nvSpPr>
          <p:cNvPr id="1464" name="Google Shape;1464;p80"/>
          <p:cNvSpPr txBox="1"/>
          <p:nvPr/>
        </p:nvSpPr>
        <p:spPr>
          <a:xfrm flipH="1">
            <a:off x="6158725" y="1866224"/>
            <a:ext cx="18111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Roboto"/>
                <a:sym typeface="Roboto"/>
              </a:rPr>
              <a:t>使用圖文呈現</a:t>
            </a:r>
            <a:endParaRPr lang="en-US" altLang="zh-TW"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Roboto"/>
                <a:sym typeface="Roboto"/>
              </a:rPr>
              <a:t>品種特色與照護細節</a:t>
            </a:r>
            <a:endParaRPr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  <a:cs typeface="Roboto"/>
              <a:sym typeface="Roboto"/>
            </a:endParaRPr>
          </a:p>
        </p:txBody>
      </p:sp>
      <p:sp>
        <p:nvSpPr>
          <p:cNvPr id="1465" name="Google Shape;1465;p80"/>
          <p:cNvSpPr txBox="1"/>
          <p:nvPr/>
        </p:nvSpPr>
        <p:spPr>
          <a:xfrm flipH="1">
            <a:off x="6158700" y="1544300"/>
            <a:ext cx="1902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Libre Baskerville"/>
                <a:sym typeface="Libre Baskerville"/>
              </a:rPr>
              <a:t>寵物百科</a:t>
            </a:r>
            <a:endParaRPr sz="2000" b="1"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  <a:cs typeface="Libre Baskerville"/>
              <a:sym typeface="Libre Baskerville"/>
            </a:endParaRPr>
          </a:p>
        </p:txBody>
      </p:sp>
      <p:sp>
        <p:nvSpPr>
          <p:cNvPr id="1456" name="Google Shape;1456;p80"/>
          <p:cNvSpPr/>
          <p:nvPr/>
        </p:nvSpPr>
        <p:spPr>
          <a:xfrm>
            <a:off x="3306525" y="1748550"/>
            <a:ext cx="628500" cy="628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Libre Baskerville"/>
                <a:sym typeface="Libre Baskerville"/>
              </a:rPr>
              <a:t>01</a:t>
            </a:r>
            <a:endParaRPr sz="2000" b="1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  <a:cs typeface="Libre Baskerville"/>
              <a:sym typeface="Libre Baskerville"/>
            </a:endParaRPr>
          </a:p>
        </p:txBody>
      </p:sp>
      <p:sp>
        <p:nvSpPr>
          <p:cNvPr id="1466" name="Google Shape;1466;p80"/>
          <p:cNvSpPr txBox="1"/>
          <p:nvPr/>
        </p:nvSpPr>
        <p:spPr>
          <a:xfrm>
            <a:off x="1174350" y="1873902"/>
            <a:ext cx="18111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Roboto"/>
                <a:sym typeface="Roboto"/>
              </a:rPr>
              <a:t>透過測驗配對出，</a:t>
            </a:r>
            <a:endParaRPr lang="en-US" altLang="zh-TW"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  <a:cs typeface="Roboto"/>
              <a:sym typeface="Roboto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Roboto"/>
                <a:sym typeface="Roboto"/>
              </a:rPr>
              <a:t>在現實條件與心態上最為契合的寵物</a:t>
            </a:r>
            <a:endParaRPr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  <a:cs typeface="Roboto"/>
              <a:sym typeface="Roboto"/>
            </a:endParaRPr>
          </a:p>
        </p:txBody>
      </p:sp>
      <p:sp>
        <p:nvSpPr>
          <p:cNvPr id="1467" name="Google Shape;1467;p80"/>
          <p:cNvSpPr txBox="1"/>
          <p:nvPr/>
        </p:nvSpPr>
        <p:spPr>
          <a:xfrm>
            <a:off x="1083150" y="1551325"/>
            <a:ext cx="1902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Libre Baskerville"/>
                <a:sym typeface="Libre Baskerville"/>
              </a:rPr>
              <a:t>配對測驗</a:t>
            </a:r>
            <a:endParaRPr sz="2000" b="1"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  <a:cs typeface="Libre Baskerville"/>
              <a:sym typeface="Libre Baskerville"/>
            </a:endParaRPr>
          </a:p>
        </p:txBody>
      </p:sp>
      <p:sp>
        <p:nvSpPr>
          <p:cNvPr id="1459" name="Google Shape;1459;p80"/>
          <p:cNvSpPr/>
          <p:nvPr/>
        </p:nvSpPr>
        <p:spPr>
          <a:xfrm>
            <a:off x="3306525" y="3272550"/>
            <a:ext cx="628500" cy="628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Libre Baskerville"/>
                <a:sym typeface="Libre Baskerville"/>
              </a:rPr>
              <a:t>03</a:t>
            </a:r>
            <a:endParaRPr sz="2000" b="1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  <a:cs typeface="Libre Baskerville"/>
              <a:sym typeface="Libre Baskerville"/>
            </a:endParaRPr>
          </a:p>
        </p:txBody>
      </p:sp>
      <p:sp>
        <p:nvSpPr>
          <p:cNvPr id="1468" name="Google Shape;1468;p80"/>
          <p:cNvSpPr txBox="1"/>
          <p:nvPr/>
        </p:nvSpPr>
        <p:spPr>
          <a:xfrm>
            <a:off x="1174325" y="3402180"/>
            <a:ext cx="18111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Roboto"/>
                <a:sym typeface="Roboto"/>
              </a:rPr>
              <a:t>模擬體驗養寵物的</a:t>
            </a:r>
            <a:endParaRPr lang="en-US" altLang="zh-TW"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Roboto"/>
                <a:sym typeface="Roboto"/>
              </a:rPr>
              <a:t>生活作息</a:t>
            </a:r>
            <a:endParaRPr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  <a:cs typeface="Roboto"/>
              <a:sym typeface="Roboto"/>
            </a:endParaRPr>
          </a:p>
        </p:txBody>
      </p:sp>
      <p:sp>
        <p:nvSpPr>
          <p:cNvPr id="1469" name="Google Shape;1469;p80"/>
          <p:cNvSpPr txBox="1"/>
          <p:nvPr/>
        </p:nvSpPr>
        <p:spPr>
          <a:xfrm>
            <a:off x="1083125" y="3080225"/>
            <a:ext cx="1902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dirty="0"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Libre Baskerville"/>
                <a:sym typeface="Libre Baskerville"/>
              </a:rPr>
              <a:t>虛擬寵物飼養</a:t>
            </a:r>
            <a:endParaRPr sz="2000" b="1" dirty="0">
              <a:solidFill>
                <a:schemeClr val="bg2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  <a:cs typeface="Libre Baskerville"/>
              <a:sym typeface="Libre Baskerville"/>
            </a:endParaRPr>
          </a:p>
        </p:txBody>
      </p:sp>
      <p:grpSp>
        <p:nvGrpSpPr>
          <p:cNvPr id="1470" name="Google Shape;1470;p80"/>
          <p:cNvGrpSpPr/>
          <p:nvPr/>
        </p:nvGrpSpPr>
        <p:grpSpPr>
          <a:xfrm>
            <a:off x="4032842" y="1497345"/>
            <a:ext cx="854898" cy="2694743"/>
            <a:chOff x="4032842" y="1497345"/>
            <a:chExt cx="854898" cy="2694743"/>
          </a:xfrm>
        </p:grpSpPr>
        <p:sp>
          <p:nvSpPr>
            <p:cNvPr id="1471" name="Google Shape;1471;p80"/>
            <p:cNvSpPr/>
            <p:nvPr/>
          </p:nvSpPr>
          <p:spPr>
            <a:xfrm>
              <a:off x="4595619" y="1497345"/>
              <a:ext cx="292121" cy="292121"/>
            </a:xfrm>
            <a:custGeom>
              <a:avLst/>
              <a:gdLst/>
              <a:ahLst/>
              <a:cxnLst/>
              <a:rect l="l" t="t" r="r" b="b"/>
              <a:pathLst>
                <a:path w="7994" h="7994" extrusionOk="0">
                  <a:moveTo>
                    <a:pt x="3997" y="0"/>
                  </a:moveTo>
                  <a:cubicBezTo>
                    <a:pt x="3537" y="0"/>
                    <a:pt x="3160" y="377"/>
                    <a:pt x="3160" y="837"/>
                  </a:cubicBezTo>
                  <a:lnTo>
                    <a:pt x="3160" y="3160"/>
                  </a:lnTo>
                  <a:lnTo>
                    <a:pt x="858" y="3160"/>
                  </a:lnTo>
                  <a:cubicBezTo>
                    <a:pt x="377" y="3160"/>
                    <a:pt x="1" y="3536"/>
                    <a:pt x="1" y="3997"/>
                  </a:cubicBezTo>
                  <a:cubicBezTo>
                    <a:pt x="1" y="4457"/>
                    <a:pt x="377" y="4834"/>
                    <a:pt x="858" y="4834"/>
                  </a:cubicBezTo>
                  <a:lnTo>
                    <a:pt x="3160" y="4834"/>
                  </a:lnTo>
                  <a:lnTo>
                    <a:pt x="3160" y="7156"/>
                  </a:lnTo>
                  <a:cubicBezTo>
                    <a:pt x="3160" y="7617"/>
                    <a:pt x="3537" y="7993"/>
                    <a:pt x="3997" y="7993"/>
                  </a:cubicBezTo>
                  <a:cubicBezTo>
                    <a:pt x="4457" y="7993"/>
                    <a:pt x="4855" y="7617"/>
                    <a:pt x="4855" y="7156"/>
                  </a:cubicBezTo>
                  <a:lnTo>
                    <a:pt x="4855" y="4834"/>
                  </a:lnTo>
                  <a:lnTo>
                    <a:pt x="7156" y="4834"/>
                  </a:lnTo>
                  <a:cubicBezTo>
                    <a:pt x="7617" y="4834"/>
                    <a:pt x="7993" y="4457"/>
                    <a:pt x="7993" y="3997"/>
                  </a:cubicBezTo>
                  <a:cubicBezTo>
                    <a:pt x="7993" y="3536"/>
                    <a:pt x="7617" y="3160"/>
                    <a:pt x="7156" y="3160"/>
                  </a:cubicBezTo>
                  <a:lnTo>
                    <a:pt x="4855" y="3160"/>
                  </a:lnTo>
                  <a:lnTo>
                    <a:pt x="4855" y="837"/>
                  </a:lnTo>
                  <a:cubicBezTo>
                    <a:pt x="4855" y="377"/>
                    <a:pt x="4457" y="0"/>
                    <a:pt x="3997" y="0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72" name="Google Shape;1472;p80"/>
            <p:cNvSpPr/>
            <p:nvPr/>
          </p:nvSpPr>
          <p:spPr>
            <a:xfrm>
              <a:off x="4534318" y="3838774"/>
              <a:ext cx="353398" cy="353314"/>
            </a:xfrm>
            <a:custGeom>
              <a:avLst/>
              <a:gdLst/>
              <a:ahLst/>
              <a:cxnLst/>
              <a:rect l="l" t="t" r="r" b="b"/>
              <a:pathLst>
                <a:path w="2931" h="2930" extrusionOk="0">
                  <a:moveTo>
                    <a:pt x="1466" y="0"/>
                  </a:moveTo>
                  <a:cubicBezTo>
                    <a:pt x="1298" y="0"/>
                    <a:pt x="1152" y="147"/>
                    <a:pt x="1152" y="314"/>
                  </a:cubicBezTo>
                  <a:lnTo>
                    <a:pt x="1152" y="1172"/>
                  </a:lnTo>
                  <a:lnTo>
                    <a:pt x="315" y="1172"/>
                  </a:lnTo>
                  <a:cubicBezTo>
                    <a:pt x="147" y="1172"/>
                    <a:pt x="1" y="1298"/>
                    <a:pt x="1" y="1465"/>
                  </a:cubicBezTo>
                  <a:cubicBezTo>
                    <a:pt x="1" y="1632"/>
                    <a:pt x="147" y="1779"/>
                    <a:pt x="315" y="1779"/>
                  </a:cubicBezTo>
                  <a:lnTo>
                    <a:pt x="1152" y="1779"/>
                  </a:lnTo>
                  <a:lnTo>
                    <a:pt x="1152" y="2637"/>
                  </a:lnTo>
                  <a:cubicBezTo>
                    <a:pt x="1152" y="2804"/>
                    <a:pt x="1298" y="2930"/>
                    <a:pt x="1466" y="2930"/>
                  </a:cubicBezTo>
                  <a:cubicBezTo>
                    <a:pt x="1633" y="2930"/>
                    <a:pt x="1779" y="2804"/>
                    <a:pt x="1779" y="2637"/>
                  </a:cubicBezTo>
                  <a:lnTo>
                    <a:pt x="1779" y="1779"/>
                  </a:lnTo>
                  <a:lnTo>
                    <a:pt x="2616" y="1779"/>
                  </a:lnTo>
                  <a:cubicBezTo>
                    <a:pt x="2805" y="1779"/>
                    <a:pt x="2930" y="1632"/>
                    <a:pt x="2930" y="1465"/>
                  </a:cubicBezTo>
                  <a:cubicBezTo>
                    <a:pt x="2930" y="1298"/>
                    <a:pt x="2805" y="1172"/>
                    <a:pt x="2616" y="1172"/>
                  </a:cubicBezTo>
                  <a:lnTo>
                    <a:pt x="1779" y="1172"/>
                  </a:lnTo>
                  <a:lnTo>
                    <a:pt x="1779" y="314"/>
                  </a:lnTo>
                  <a:cubicBezTo>
                    <a:pt x="1779" y="147"/>
                    <a:pt x="1633" y="0"/>
                    <a:pt x="1466" y="0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73" name="Google Shape;1473;p80"/>
            <p:cNvSpPr/>
            <p:nvPr/>
          </p:nvSpPr>
          <p:spPr>
            <a:xfrm>
              <a:off x="4032842" y="2662171"/>
              <a:ext cx="577253" cy="577221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2093" y="1"/>
                  </a:moveTo>
                  <a:cubicBezTo>
                    <a:pt x="1863" y="1"/>
                    <a:pt x="1654" y="210"/>
                    <a:pt x="1654" y="440"/>
                  </a:cubicBezTo>
                  <a:lnTo>
                    <a:pt x="1654" y="1675"/>
                  </a:lnTo>
                  <a:lnTo>
                    <a:pt x="440" y="1675"/>
                  </a:lnTo>
                  <a:cubicBezTo>
                    <a:pt x="189" y="1675"/>
                    <a:pt x="1" y="1863"/>
                    <a:pt x="1" y="2114"/>
                  </a:cubicBezTo>
                  <a:cubicBezTo>
                    <a:pt x="1" y="2344"/>
                    <a:pt x="189" y="2553"/>
                    <a:pt x="440" y="2553"/>
                  </a:cubicBezTo>
                  <a:lnTo>
                    <a:pt x="1654" y="2553"/>
                  </a:lnTo>
                  <a:lnTo>
                    <a:pt x="1654" y="3767"/>
                  </a:lnTo>
                  <a:cubicBezTo>
                    <a:pt x="1654" y="4018"/>
                    <a:pt x="1863" y="4206"/>
                    <a:pt x="2093" y="4206"/>
                  </a:cubicBezTo>
                  <a:cubicBezTo>
                    <a:pt x="2344" y="4206"/>
                    <a:pt x="2533" y="4018"/>
                    <a:pt x="2533" y="3767"/>
                  </a:cubicBezTo>
                  <a:lnTo>
                    <a:pt x="2533" y="2553"/>
                  </a:lnTo>
                  <a:lnTo>
                    <a:pt x="3767" y="2553"/>
                  </a:lnTo>
                  <a:cubicBezTo>
                    <a:pt x="3997" y="2553"/>
                    <a:pt x="4206" y="2344"/>
                    <a:pt x="4206" y="2114"/>
                  </a:cubicBezTo>
                  <a:cubicBezTo>
                    <a:pt x="4206" y="1863"/>
                    <a:pt x="4018" y="1675"/>
                    <a:pt x="3767" y="1675"/>
                  </a:cubicBezTo>
                  <a:lnTo>
                    <a:pt x="2533" y="1675"/>
                  </a:lnTo>
                  <a:lnTo>
                    <a:pt x="2533" y="440"/>
                  </a:lnTo>
                  <a:cubicBezTo>
                    <a:pt x="2533" y="210"/>
                    <a:pt x="2344" y="1"/>
                    <a:pt x="2093" y="1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72"/>
          <p:cNvSpPr txBox="1">
            <a:spLocks noGrp="1"/>
          </p:cNvSpPr>
          <p:nvPr>
            <p:ph type="title" idx="2"/>
          </p:nvPr>
        </p:nvSpPr>
        <p:spPr>
          <a:xfrm>
            <a:off x="714125" y="546825"/>
            <a:ext cx="771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924" name="Google Shape;924;p72"/>
          <p:cNvSpPr txBox="1">
            <a:spLocks noGrp="1"/>
          </p:cNvSpPr>
          <p:nvPr>
            <p:ph type="title"/>
          </p:nvPr>
        </p:nvSpPr>
        <p:spPr>
          <a:xfrm>
            <a:off x="714120" y="1576893"/>
            <a:ext cx="4112748" cy="6997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6000" dirty="0">
                <a:latin typeface="標楷體" panose="03000509000000000000" pitchFamily="65" charset="-120"/>
                <a:ea typeface="標楷體" panose="03000509000000000000" pitchFamily="65" charset="-120"/>
              </a:rPr>
              <a:t>網頁設計稿</a:t>
            </a:r>
            <a:endParaRPr sz="6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926" name="Google Shape;926;p72"/>
          <p:cNvGrpSpPr/>
          <p:nvPr/>
        </p:nvGrpSpPr>
        <p:grpSpPr>
          <a:xfrm>
            <a:off x="4878574" y="969730"/>
            <a:ext cx="3915692" cy="3040604"/>
            <a:chOff x="9320475" y="1310750"/>
            <a:chExt cx="3915300" cy="3040300"/>
          </a:xfrm>
        </p:grpSpPr>
        <p:sp>
          <p:nvSpPr>
            <p:cNvPr id="927" name="Google Shape;927;p72"/>
            <p:cNvSpPr/>
            <p:nvPr/>
          </p:nvSpPr>
          <p:spPr>
            <a:xfrm>
              <a:off x="12920525" y="3408900"/>
              <a:ext cx="154325" cy="201850"/>
            </a:xfrm>
            <a:custGeom>
              <a:avLst/>
              <a:gdLst/>
              <a:ahLst/>
              <a:cxnLst/>
              <a:rect l="l" t="t" r="r" b="b"/>
              <a:pathLst>
                <a:path w="6173" h="8074" extrusionOk="0">
                  <a:moveTo>
                    <a:pt x="5939" y="1"/>
                  </a:moveTo>
                  <a:cubicBezTo>
                    <a:pt x="5772" y="34"/>
                    <a:pt x="1702" y="234"/>
                    <a:pt x="34" y="3270"/>
                  </a:cubicBezTo>
                  <a:cubicBezTo>
                    <a:pt x="1" y="3337"/>
                    <a:pt x="1" y="3403"/>
                    <a:pt x="1" y="3470"/>
                  </a:cubicBezTo>
                  <a:cubicBezTo>
                    <a:pt x="2002" y="7873"/>
                    <a:pt x="5538" y="8073"/>
                    <a:pt x="5705" y="8073"/>
                  </a:cubicBezTo>
                  <a:cubicBezTo>
                    <a:pt x="5805" y="8073"/>
                    <a:pt x="5905" y="8007"/>
                    <a:pt x="5905" y="7873"/>
                  </a:cubicBezTo>
                  <a:cubicBezTo>
                    <a:pt x="5905" y="7773"/>
                    <a:pt x="5838" y="7673"/>
                    <a:pt x="5705" y="7673"/>
                  </a:cubicBezTo>
                  <a:cubicBezTo>
                    <a:pt x="5672" y="7673"/>
                    <a:pt x="2336" y="7473"/>
                    <a:pt x="435" y="3370"/>
                  </a:cubicBezTo>
                  <a:cubicBezTo>
                    <a:pt x="2036" y="635"/>
                    <a:pt x="5939" y="435"/>
                    <a:pt x="5972" y="435"/>
                  </a:cubicBezTo>
                  <a:cubicBezTo>
                    <a:pt x="6072" y="435"/>
                    <a:pt x="6172" y="334"/>
                    <a:pt x="6172" y="201"/>
                  </a:cubicBezTo>
                  <a:cubicBezTo>
                    <a:pt x="6172" y="101"/>
                    <a:pt x="6072" y="1"/>
                    <a:pt x="5939" y="1"/>
                  </a:cubicBezTo>
                  <a:close/>
                </a:path>
              </a:pathLst>
            </a:custGeom>
            <a:solidFill>
              <a:srgbClr val="FFF8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72"/>
            <p:cNvSpPr/>
            <p:nvPr/>
          </p:nvSpPr>
          <p:spPr>
            <a:xfrm>
              <a:off x="9372175" y="1486700"/>
              <a:ext cx="2951300" cy="2389225"/>
            </a:xfrm>
            <a:custGeom>
              <a:avLst/>
              <a:gdLst/>
              <a:ahLst/>
              <a:cxnLst/>
              <a:rect l="l" t="t" r="r" b="b"/>
              <a:pathLst>
                <a:path w="118052" h="95569" extrusionOk="0">
                  <a:moveTo>
                    <a:pt x="16179" y="1"/>
                  </a:moveTo>
                  <a:lnTo>
                    <a:pt x="0" y="71985"/>
                  </a:lnTo>
                  <a:lnTo>
                    <a:pt x="108211" y="95569"/>
                  </a:lnTo>
                  <a:lnTo>
                    <a:pt x="118051" y="22483"/>
                  </a:lnTo>
                  <a:lnTo>
                    <a:pt x="1617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72"/>
            <p:cNvSpPr/>
            <p:nvPr/>
          </p:nvSpPr>
          <p:spPr>
            <a:xfrm>
              <a:off x="9346325" y="1336600"/>
              <a:ext cx="1742925" cy="2149050"/>
            </a:xfrm>
            <a:custGeom>
              <a:avLst/>
              <a:gdLst/>
              <a:ahLst/>
              <a:cxnLst/>
              <a:rect l="l" t="t" r="r" b="b"/>
              <a:pathLst>
                <a:path w="69717" h="85962" extrusionOk="0">
                  <a:moveTo>
                    <a:pt x="16479" y="0"/>
                  </a:moveTo>
                  <a:lnTo>
                    <a:pt x="0" y="74120"/>
                  </a:lnTo>
                  <a:lnTo>
                    <a:pt x="53238" y="85962"/>
                  </a:lnTo>
                  <a:lnTo>
                    <a:pt x="69717" y="11842"/>
                  </a:lnTo>
                  <a:lnTo>
                    <a:pt x="1647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72"/>
            <p:cNvSpPr/>
            <p:nvPr/>
          </p:nvSpPr>
          <p:spPr>
            <a:xfrm>
              <a:off x="10677275" y="1631800"/>
              <a:ext cx="1742925" cy="2149075"/>
            </a:xfrm>
            <a:custGeom>
              <a:avLst/>
              <a:gdLst/>
              <a:ahLst/>
              <a:cxnLst/>
              <a:rect l="l" t="t" r="r" b="b"/>
              <a:pathLst>
                <a:path w="69717" h="85963" extrusionOk="0">
                  <a:moveTo>
                    <a:pt x="16445" y="1"/>
                  </a:moveTo>
                  <a:lnTo>
                    <a:pt x="0" y="74154"/>
                  </a:lnTo>
                  <a:lnTo>
                    <a:pt x="53238" y="85962"/>
                  </a:lnTo>
                  <a:lnTo>
                    <a:pt x="69717" y="11842"/>
                  </a:lnTo>
                  <a:lnTo>
                    <a:pt x="164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72"/>
            <p:cNvSpPr/>
            <p:nvPr/>
          </p:nvSpPr>
          <p:spPr>
            <a:xfrm>
              <a:off x="9691575" y="1310750"/>
              <a:ext cx="281050" cy="230175"/>
            </a:xfrm>
            <a:custGeom>
              <a:avLst/>
              <a:gdLst/>
              <a:ahLst/>
              <a:cxnLst/>
              <a:rect l="l" t="t" r="r" b="b"/>
              <a:pathLst>
                <a:path w="11242" h="9207" extrusionOk="0">
                  <a:moveTo>
                    <a:pt x="2035" y="0"/>
                  </a:moveTo>
                  <a:lnTo>
                    <a:pt x="0" y="9207"/>
                  </a:lnTo>
                  <a:lnTo>
                    <a:pt x="11241" y="2035"/>
                  </a:lnTo>
                  <a:lnTo>
                    <a:pt x="20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72"/>
            <p:cNvSpPr/>
            <p:nvPr/>
          </p:nvSpPr>
          <p:spPr>
            <a:xfrm>
              <a:off x="12215025" y="1859475"/>
              <a:ext cx="231025" cy="281875"/>
            </a:xfrm>
            <a:custGeom>
              <a:avLst/>
              <a:gdLst/>
              <a:ahLst/>
              <a:cxnLst/>
              <a:rect l="l" t="t" r="r" b="b"/>
              <a:pathLst>
                <a:path w="9241" h="11275" extrusionOk="0">
                  <a:moveTo>
                    <a:pt x="1" y="0"/>
                  </a:moveTo>
                  <a:lnTo>
                    <a:pt x="7173" y="11275"/>
                  </a:lnTo>
                  <a:lnTo>
                    <a:pt x="9241" y="206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D9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72"/>
            <p:cNvSpPr/>
            <p:nvPr/>
          </p:nvSpPr>
          <p:spPr>
            <a:xfrm>
              <a:off x="9320475" y="2979425"/>
              <a:ext cx="230175" cy="281900"/>
            </a:xfrm>
            <a:custGeom>
              <a:avLst/>
              <a:gdLst/>
              <a:ahLst/>
              <a:cxnLst/>
              <a:rect l="l" t="t" r="r" b="b"/>
              <a:pathLst>
                <a:path w="9207" h="11276" extrusionOk="0">
                  <a:moveTo>
                    <a:pt x="2035" y="1"/>
                  </a:moveTo>
                  <a:lnTo>
                    <a:pt x="0" y="9208"/>
                  </a:lnTo>
                  <a:lnTo>
                    <a:pt x="9207" y="11276"/>
                  </a:lnTo>
                  <a:lnTo>
                    <a:pt x="20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72"/>
            <p:cNvSpPr/>
            <p:nvPr/>
          </p:nvSpPr>
          <p:spPr>
            <a:xfrm>
              <a:off x="11793900" y="3579875"/>
              <a:ext cx="281050" cy="230175"/>
            </a:xfrm>
            <a:custGeom>
              <a:avLst/>
              <a:gdLst/>
              <a:ahLst/>
              <a:cxnLst/>
              <a:rect l="l" t="t" r="r" b="b"/>
              <a:pathLst>
                <a:path w="11242" h="9207" extrusionOk="0">
                  <a:moveTo>
                    <a:pt x="11242" y="0"/>
                  </a:moveTo>
                  <a:lnTo>
                    <a:pt x="0" y="7172"/>
                  </a:lnTo>
                  <a:lnTo>
                    <a:pt x="9207" y="9207"/>
                  </a:lnTo>
                  <a:lnTo>
                    <a:pt x="11242" y="0"/>
                  </a:lnTo>
                  <a:close/>
                </a:path>
              </a:pathLst>
            </a:custGeom>
            <a:solidFill>
              <a:srgbClr val="FFD9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72"/>
            <p:cNvSpPr/>
            <p:nvPr/>
          </p:nvSpPr>
          <p:spPr>
            <a:xfrm>
              <a:off x="10538825" y="1600950"/>
              <a:ext cx="683025" cy="1913900"/>
            </a:xfrm>
            <a:custGeom>
              <a:avLst/>
              <a:gdLst/>
              <a:ahLst/>
              <a:cxnLst/>
              <a:rect l="l" t="t" r="r" b="b"/>
              <a:pathLst>
                <a:path w="27321" h="76556" extrusionOk="0">
                  <a:moveTo>
                    <a:pt x="16446" y="0"/>
                  </a:moveTo>
                  <a:lnTo>
                    <a:pt x="1" y="74154"/>
                  </a:lnTo>
                  <a:lnTo>
                    <a:pt x="10875" y="76555"/>
                  </a:lnTo>
                  <a:lnTo>
                    <a:pt x="27320" y="2436"/>
                  </a:lnTo>
                  <a:lnTo>
                    <a:pt x="164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72"/>
            <p:cNvSpPr/>
            <p:nvPr/>
          </p:nvSpPr>
          <p:spPr>
            <a:xfrm>
              <a:off x="10666425" y="1620125"/>
              <a:ext cx="1657050" cy="2062350"/>
            </a:xfrm>
            <a:custGeom>
              <a:avLst/>
              <a:gdLst/>
              <a:ahLst/>
              <a:cxnLst/>
              <a:rect l="l" t="t" r="r" b="b"/>
              <a:pathLst>
                <a:path w="66282" h="82494" extrusionOk="0">
                  <a:moveTo>
                    <a:pt x="24896" y="0"/>
                  </a:moveTo>
                  <a:cubicBezTo>
                    <a:pt x="21245" y="0"/>
                    <a:pt x="18241" y="805"/>
                    <a:pt x="16412" y="2803"/>
                  </a:cubicBezTo>
                  <a:lnTo>
                    <a:pt x="1135" y="71519"/>
                  </a:lnTo>
                  <a:cubicBezTo>
                    <a:pt x="1" y="76622"/>
                    <a:pt x="51037" y="82493"/>
                    <a:pt x="51037" y="82493"/>
                  </a:cubicBezTo>
                  <a:lnTo>
                    <a:pt x="66281" y="13811"/>
                  </a:lnTo>
                  <a:cubicBezTo>
                    <a:pt x="66281" y="13811"/>
                    <a:pt x="40025" y="0"/>
                    <a:pt x="24896" y="0"/>
                  </a:cubicBezTo>
                  <a:close/>
                </a:path>
              </a:pathLst>
            </a:custGeom>
            <a:solidFill>
              <a:srgbClr val="FFF8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72"/>
            <p:cNvSpPr/>
            <p:nvPr/>
          </p:nvSpPr>
          <p:spPr>
            <a:xfrm>
              <a:off x="9453900" y="1424900"/>
              <a:ext cx="1622850" cy="2004250"/>
            </a:xfrm>
            <a:custGeom>
              <a:avLst/>
              <a:gdLst/>
              <a:ahLst/>
              <a:cxnLst/>
              <a:rect l="l" t="t" r="r" b="b"/>
              <a:pathLst>
                <a:path w="64914" h="80170" extrusionOk="0">
                  <a:moveTo>
                    <a:pt x="18851" y="1"/>
                  </a:moveTo>
                  <a:cubicBezTo>
                    <a:pt x="16595" y="1"/>
                    <a:pt x="15245" y="37"/>
                    <a:pt x="15245" y="37"/>
                  </a:cubicBezTo>
                  <a:lnTo>
                    <a:pt x="0" y="68687"/>
                  </a:lnTo>
                  <a:cubicBezTo>
                    <a:pt x="0" y="68687"/>
                    <a:pt x="34679" y="80170"/>
                    <a:pt x="46231" y="80170"/>
                  </a:cubicBezTo>
                  <a:cubicBezTo>
                    <a:pt x="47886" y="80170"/>
                    <a:pt x="49067" y="79934"/>
                    <a:pt x="49602" y="79394"/>
                  </a:cubicBezTo>
                  <a:lnTo>
                    <a:pt x="64913" y="10612"/>
                  </a:lnTo>
                  <a:cubicBezTo>
                    <a:pt x="61189" y="845"/>
                    <a:pt x="29647" y="1"/>
                    <a:pt x="18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72"/>
            <p:cNvSpPr/>
            <p:nvPr/>
          </p:nvSpPr>
          <p:spPr>
            <a:xfrm>
              <a:off x="9868350" y="1605800"/>
              <a:ext cx="390300" cy="363775"/>
            </a:xfrm>
            <a:custGeom>
              <a:avLst/>
              <a:gdLst/>
              <a:ahLst/>
              <a:cxnLst/>
              <a:rect l="l" t="t" r="r" b="b"/>
              <a:pathLst>
                <a:path w="15612" h="14551" extrusionOk="0">
                  <a:moveTo>
                    <a:pt x="3337" y="407"/>
                  </a:moveTo>
                  <a:lnTo>
                    <a:pt x="15145" y="807"/>
                  </a:lnTo>
                  <a:lnTo>
                    <a:pt x="12210" y="14117"/>
                  </a:lnTo>
                  <a:lnTo>
                    <a:pt x="468" y="13316"/>
                  </a:lnTo>
                  <a:lnTo>
                    <a:pt x="3337" y="407"/>
                  </a:lnTo>
                  <a:close/>
                  <a:moveTo>
                    <a:pt x="3120" y="0"/>
                  </a:moveTo>
                  <a:cubicBezTo>
                    <a:pt x="3019" y="0"/>
                    <a:pt x="2965" y="87"/>
                    <a:pt x="2936" y="173"/>
                  </a:cubicBezTo>
                  <a:lnTo>
                    <a:pt x="1" y="13450"/>
                  </a:lnTo>
                  <a:cubicBezTo>
                    <a:pt x="1" y="13516"/>
                    <a:pt x="1" y="13583"/>
                    <a:pt x="34" y="13616"/>
                  </a:cubicBezTo>
                  <a:cubicBezTo>
                    <a:pt x="68" y="13683"/>
                    <a:pt x="134" y="13683"/>
                    <a:pt x="201" y="13716"/>
                  </a:cubicBezTo>
                  <a:lnTo>
                    <a:pt x="12343" y="14550"/>
                  </a:lnTo>
                  <a:cubicBezTo>
                    <a:pt x="12443" y="14550"/>
                    <a:pt x="12543" y="14484"/>
                    <a:pt x="12543" y="14384"/>
                  </a:cubicBezTo>
                  <a:lnTo>
                    <a:pt x="15612" y="640"/>
                  </a:lnTo>
                  <a:cubicBezTo>
                    <a:pt x="15612" y="607"/>
                    <a:pt x="15612" y="540"/>
                    <a:pt x="15579" y="474"/>
                  </a:cubicBezTo>
                  <a:cubicBezTo>
                    <a:pt x="15512" y="440"/>
                    <a:pt x="15479" y="407"/>
                    <a:pt x="15412" y="407"/>
                  </a:cubicBezTo>
                  <a:lnTo>
                    <a:pt x="3170" y="7"/>
                  </a:lnTo>
                  <a:cubicBezTo>
                    <a:pt x="3152" y="2"/>
                    <a:pt x="3135" y="0"/>
                    <a:pt x="3120" y="0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72"/>
            <p:cNvSpPr/>
            <p:nvPr/>
          </p:nvSpPr>
          <p:spPr>
            <a:xfrm>
              <a:off x="9849175" y="2025425"/>
              <a:ext cx="973225" cy="184325"/>
            </a:xfrm>
            <a:custGeom>
              <a:avLst/>
              <a:gdLst/>
              <a:ahLst/>
              <a:cxnLst/>
              <a:rect l="l" t="t" r="r" b="b"/>
              <a:pathLst>
                <a:path w="38929" h="7373" extrusionOk="0">
                  <a:moveTo>
                    <a:pt x="201" y="0"/>
                  </a:moveTo>
                  <a:cubicBezTo>
                    <a:pt x="67" y="0"/>
                    <a:pt x="1" y="100"/>
                    <a:pt x="1" y="200"/>
                  </a:cubicBezTo>
                  <a:cubicBezTo>
                    <a:pt x="1" y="334"/>
                    <a:pt x="67" y="401"/>
                    <a:pt x="201" y="434"/>
                  </a:cubicBezTo>
                  <a:cubicBezTo>
                    <a:pt x="468" y="434"/>
                    <a:pt x="26386" y="1168"/>
                    <a:pt x="38595" y="7372"/>
                  </a:cubicBezTo>
                  <a:lnTo>
                    <a:pt x="38695" y="7372"/>
                  </a:lnTo>
                  <a:cubicBezTo>
                    <a:pt x="38762" y="7372"/>
                    <a:pt x="38828" y="7339"/>
                    <a:pt x="38862" y="7272"/>
                  </a:cubicBezTo>
                  <a:cubicBezTo>
                    <a:pt x="38928" y="7172"/>
                    <a:pt x="38862" y="7039"/>
                    <a:pt x="38762" y="7005"/>
                  </a:cubicBezTo>
                  <a:cubicBezTo>
                    <a:pt x="26486" y="768"/>
                    <a:pt x="468" y="0"/>
                    <a:pt x="201" y="0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72"/>
            <p:cNvSpPr/>
            <p:nvPr/>
          </p:nvSpPr>
          <p:spPr>
            <a:xfrm>
              <a:off x="9829175" y="2112975"/>
              <a:ext cx="973200" cy="184325"/>
            </a:xfrm>
            <a:custGeom>
              <a:avLst/>
              <a:gdLst/>
              <a:ahLst/>
              <a:cxnLst/>
              <a:rect l="l" t="t" r="r" b="b"/>
              <a:pathLst>
                <a:path w="38928" h="7373" extrusionOk="0">
                  <a:moveTo>
                    <a:pt x="234" y="1"/>
                  </a:moveTo>
                  <a:cubicBezTo>
                    <a:pt x="100" y="1"/>
                    <a:pt x="33" y="101"/>
                    <a:pt x="0" y="201"/>
                  </a:cubicBezTo>
                  <a:cubicBezTo>
                    <a:pt x="0" y="334"/>
                    <a:pt x="100" y="401"/>
                    <a:pt x="234" y="434"/>
                  </a:cubicBezTo>
                  <a:cubicBezTo>
                    <a:pt x="467" y="434"/>
                    <a:pt x="26419" y="1168"/>
                    <a:pt x="38594" y="7373"/>
                  </a:cubicBezTo>
                  <a:lnTo>
                    <a:pt x="38694" y="7373"/>
                  </a:lnTo>
                  <a:cubicBezTo>
                    <a:pt x="38761" y="7373"/>
                    <a:pt x="38861" y="7339"/>
                    <a:pt x="38894" y="7273"/>
                  </a:cubicBezTo>
                  <a:cubicBezTo>
                    <a:pt x="38928" y="7173"/>
                    <a:pt x="38894" y="7039"/>
                    <a:pt x="38794" y="7006"/>
                  </a:cubicBezTo>
                  <a:cubicBezTo>
                    <a:pt x="26519" y="768"/>
                    <a:pt x="500" y="1"/>
                    <a:pt x="234" y="1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72"/>
            <p:cNvSpPr/>
            <p:nvPr/>
          </p:nvSpPr>
          <p:spPr>
            <a:xfrm>
              <a:off x="9809975" y="2200550"/>
              <a:ext cx="973225" cy="184325"/>
            </a:xfrm>
            <a:custGeom>
              <a:avLst/>
              <a:gdLst/>
              <a:ahLst/>
              <a:cxnLst/>
              <a:rect l="l" t="t" r="r" b="b"/>
              <a:pathLst>
                <a:path w="38929" h="7373" extrusionOk="0">
                  <a:moveTo>
                    <a:pt x="234" y="0"/>
                  </a:moveTo>
                  <a:cubicBezTo>
                    <a:pt x="101" y="0"/>
                    <a:pt x="1" y="100"/>
                    <a:pt x="1" y="200"/>
                  </a:cubicBezTo>
                  <a:cubicBezTo>
                    <a:pt x="1" y="334"/>
                    <a:pt x="101" y="401"/>
                    <a:pt x="201" y="434"/>
                  </a:cubicBezTo>
                  <a:cubicBezTo>
                    <a:pt x="468" y="434"/>
                    <a:pt x="26386" y="1168"/>
                    <a:pt x="38595" y="7372"/>
                  </a:cubicBezTo>
                  <a:lnTo>
                    <a:pt x="38695" y="7372"/>
                  </a:lnTo>
                  <a:cubicBezTo>
                    <a:pt x="38762" y="7372"/>
                    <a:pt x="38829" y="7339"/>
                    <a:pt x="38862" y="7272"/>
                  </a:cubicBezTo>
                  <a:cubicBezTo>
                    <a:pt x="38929" y="7172"/>
                    <a:pt x="38895" y="7039"/>
                    <a:pt x="38795" y="7005"/>
                  </a:cubicBezTo>
                  <a:cubicBezTo>
                    <a:pt x="26520" y="768"/>
                    <a:pt x="468" y="0"/>
                    <a:pt x="234" y="0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72"/>
            <p:cNvSpPr/>
            <p:nvPr/>
          </p:nvSpPr>
          <p:spPr>
            <a:xfrm>
              <a:off x="9790800" y="2288100"/>
              <a:ext cx="973225" cy="184325"/>
            </a:xfrm>
            <a:custGeom>
              <a:avLst/>
              <a:gdLst/>
              <a:ahLst/>
              <a:cxnLst/>
              <a:rect l="l" t="t" r="r" b="b"/>
              <a:pathLst>
                <a:path w="38929" h="7373" extrusionOk="0">
                  <a:moveTo>
                    <a:pt x="234" y="1"/>
                  </a:moveTo>
                  <a:cubicBezTo>
                    <a:pt x="101" y="1"/>
                    <a:pt x="1" y="68"/>
                    <a:pt x="1" y="201"/>
                  </a:cubicBezTo>
                  <a:cubicBezTo>
                    <a:pt x="1" y="301"/>
                    <a:pt x="67" y="401"/>
                    <a:pt x="201" y="434"/>
                  </a:cubicBezTo>
                  <a:cubicBezTo>
                    <a:pt x="468" y="434"/>
                    <a:pt x="26486" y="1969"/>
                    <a:pt x="38595" y="7373"/>
                  </a:cubicBezTo>
                  <a:lnTo>
                    <a:pt x="38695" y="7373"/>
                  </a:lnTo>
                  <a:cubicBezTo>
                    <a:pt x="38762" y="7373"/>
                    <a:pt x="38828" y="7339"/>
                    <a:pt x="38862" y="7273"/>
                  </a:cubicBezTo>
                  <a:cubicBezTo>
                    <a:pt x="38928" y="7173"/>
                    <a:pt x="38862" y="7039"/>
                    <a:pt x="38762" y="7006"/>
                  </a:cubicBezTo>
                  <a:cubicBezTo>
                    <a:pt x="26586" y="1535"/>
                    <a:pt x="468" y="34"/>
                    <a:pt x="234" y="1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72"/>
            <p:cNvSpPr/>
            <p:nvPr/>
          </p:nvSpPr>
          <p:spPr>
            <a:xfrm>
              <a:off x="9770800" y="2375675"/>
              <a:ext cx="973200" cy="184325"/>
            </a:xfrm>
            <a:custGeom>
              <a:avLst/>
              <a:gdLst/>
              <a:ahLst/>
              <a:cxnLst/>
              <a:rect l="l" t="t" r="r" b="b"/>
              <a:pathLst>
                <a:path w="38928" h="7373" extrusionOk="0">
                  <a:moveTo>
                    <a:pt x="234" y="0"/>
                  </a:moveTo>
                  <a:cubicBezTo>
                    <a:pt x="133" y="0"/>
                    <a:pt x="33" y="67"/>
                    <a:pt x="33" y="200"/>
                  </a:cubicBezTo>
                  <a:cubicBezTo>
                    <a:pt x="0" y="301"/>
                    <a:pt x="100" y="401"/>
                    <a:pt x="200" y="434"/>
                  </a:cubicBezTo>
                  <a:cubicBezTo>
                    <a:pt x="467" y="434"/>
                    <a:pt x="26719" y="2135"/>
                    <a:pt x="38628" y="7372"/>
                  </a:cubicBezTo>
                  <a:lnTo>
                    <a:pt x="38694" y="7372"/>
                  </a:lnTo>
                  <a:cubicBezTo>
                    <a:pt x="38794" y="7372"/>
                    <a:pt x="38861" y="7339"/>
                    <a:pt x="38894" y="7272"/>
                  </a:cubicBezTo>
                  <a:cubicBezTo>
                    <a:pt x="38928" y="7172"/>
                    <a:pt x="38894" y="7039"/>
                    <a:pt x="38794" y="6972"/>
                  </a:cubicBezTo>
                  <a:cubicBezTo>
                    <a:pt x="26819" y="1702"/>
                    <a:pt x="500" y="34"/>
                    <a:pt x="234" y="0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72"/>
            <p:cNvSpPr/>
            <p:nvPr/>
          </p:nvSpPr>
          <p:spPr>
            <a:xfrm>
              <a:off x="9751600" y="2463225"/>
              <a:ext cx="973225" cy="184325"/>
            </a:xfrm>
            <a:custGeom>
              <a:avLst/>
              <a:gdLst/>
              <a:ahLst/>
              <a:cxnLst/>
              <a:rect l="l" t="t" r="r" b="b"/>
              <a:pathLst>
                <a:path w="38929" h="7373" extrusionOk="0">
                  <a:moveTo>
                    <a:pt x="234" y="1"/>
                  </a:moveTo>
                  <a:cubicBezTo>
                    <a:pt x="134" y="1"/>
                    <a:pt x="34" y="68"/>
                    <a:pt x="1" y="201"/>
                  </a:cubicBezTo>
                  <a:cubicBezTo>
                    <a:pt x="1" y="301"/>
                    <a:pt x="101" y="401"/>
                    <a:pt x="201" y="401"/>
                  </a:cubicBezTo>
                  <a:cubicBezTo>
                    <a:pt x="468" y="434"/>
                    <a:pt x="26119" y="2536"/>
                    <a:pt x="38628" y="7373"/>
                  </a:cubicBezTo>
                  <a:lnTo>
                    <a:pt x="38695" y="7373"/>
                  </a:lnTo>
                  <a:cubicBezTo>
                    <a:pt x="38762" y="7373"/>
                    <a:pt x="38862" y="7339"/>
                    <a:pt x="38895" y="7239"/>
                  </a:cubicBezTo>
                  <a:cubicBezTo>
                    <a:pt x="38929" y="7139"/>
                    <a:pt x="38895" y="7039"/>
                    <a:pt x="38762" y="6972"/>
                  </a:cubicBezTo>
                  <a:cubicBezTo>
                    <a:pt x="26186" y="2102"/>
                    <a:pt x="501" y="34"/>
                    <a:pt x="234" y="1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72"/>
            <p:cNvSpPr/>
            <p:nvPr/>
          </p:nvSpPr>
          <p:spPr>
            <a:xfrm>
              <a:off x="9732425" y="2550800"/>
              <a:ext cx="973225" cy="184325"/>
            </a:xfrm>
            <a:custGeom>
              <a:avLst/>
              <a:gdLst/>
              <a:ahLst/>
              <a:cxnLst/>
              <a:rect l="l" t="t" r="r" b="b"/>
              <a:pathLst>
                <a:path w="38929" h="7373" extrusionOk="0">
                  <a:moveTo>
                    <a:pt x="234" y="0"/>
                  </a:moveTo>
                  <a:cubicBezTo>
                    <a:pt x="101" y="0"/>
                    <a:pt x="1" y="67"/>
                    <a:pt x="1" y="167"/>
                  </a:cubicBezTo>
                  <a:cubicBezTo>
                    <a:pt x="1" y="301"/>
                    <a:pt x="67" y="401"/>
                    <a:pt x="167" y="401"/>
                  </a:cubicBezTo>
                  <a:cubicBezTo>
                    <a:pt x="434" y="434"/>
                    <a:pt x="26286" y="3469"/>
                    <a:pt x="38628" y="7372"/>
                  </a:cubicBezTo>
                  <a:lnTo>
                    <a:pt x="38695" y="7372"/>
                  </a:lnTo>
                  <a:cubicBezTo>
                    <a:pt x="38762" y="7372"/>
                    <a:pt x="38862" y="7339"/>
                    <a:pt x="38895" y="7239"/>
                  </a:cubicBezTo>
                  <a:cubicBezTo>
                    <a:pt x="38928" y="7139"/>
                    <a:pt x="38862" y="7005"/>
                    <a:pt x="38762" y="6972"/>
                  </a:cubicBezTo>
                  <a:cubicBezTo>
                    <a:pt x="26353" y="3069"/>
                    <a:pt x="501" y="34"/>
                    <a:pt x="234" y="0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72"/>
            <p:cNvSpPr/>
            <p:nvPr/>
          </p:nvSpPr>
          <p:spPr>
            <a:xfrm>
              <a:off x="9712425" y="2638200"/>
              <a:ext cx="973200" cy="184475"/>
            </a:xfrm>
            <a:custGeom>
              <a:avLst/>
              <a:gdLst/>
              <a:ahLst/>
              <a:cxnLst/>
              <a:rect l="l" t="t" r="r" b="b"/>
              <a:pathLst>
                <a:path w="38928" h="7379" extrusionOk="0">
                  <a:moveTo>
                    <a:pt x="215" y="0"/>
                  </a:moveTo>
                  <a:cubicBezTo>
                    <a:pt x="108" y="0"/>
                    <a:pt x="33" y="87"/>
                    <a:pt x="33" y="174"/>
                  </a:cubicBezTo>
                  <a:cubicBezTo>
                    <a:pt x="0" y="307"/>
                    <a:pt x="100" y="407"/>
                    <a:pt x="200" y="407"/>
                  </a:cubicBezTo>
                  <a:cubicBezTo>
                    <a:pt x="467" y="440"/>
                    <a:pt x="25818" y="3876"/>
                    <a:pt x="38661" y="7379"/>
                  </a:cubicBezTo>
                  <a:lnTo>
                    <a:pt x="38694" y="7379"/>
                  </a:lnTo>
                  <a:cubicBezTo>
                    <a:pt x="38794" y="7379"/>
                    <a:pt x="38894" y="7312"/>
                    <a:pt x="38894" y="7245"/>
                  </a:cubicBezTo>
                  <a:cubicBezTo>
                    <a:pt x="38928" y="7112"/>
                    <a:pt x="38861" y="7012"/>
                    <a:pt x="38761" y="6979"/>
                  </a:cubicBezTo>
                  <a:cubicBezTo>
                    <a:pt x="25919" y="3476"/>
                    <a:pt x="500" y="40"/>
                    <a:pt x="267" y="7"/>
                  </a:cubicBezTo>
                  <a:cubicBezTo>
                    <a:pt x="249" y="2"/>
                    <a:pt x="232" y="0"/>
                    <a:pt x="215" y="0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72"/>
            <p:cNvSpPr/>
            <p:nvPr/>
          </p:nvSpPr>
          <p:spPr>
            <a:xfrm>
              <a:off x="9693225" y="2725975"/>
              <a:ext cx="973225" cy="184275"/>
            </a:xfrm>
            <a:custGeom>
              <a:avLst/>
              <a:gdLst/>
              <a:ahLst/>
              <a:cxnLst/>
              <a:rect l="l" t="t" r="r" b="b"/>
              <a:pathLst>
                <a:path w="38929" h="7371" extrusionOk="0">
                  <a:moveTo>
                    <a:pt x="317" y="1"/>
                  </a:moveTo>
                  <a:cubicBezTo>
                    <a:pt x="178" y="1"/>
                    <a:pt x="93" y="11"/>
                    <a:pt x="68" y="32"/>
                  </a:cubicBezTo>
                  <a:cubicBezTo>
                    <a:pt x="34" y="98"/>
                    <a:pt x="1" y="165"/>
                    <a:pt x="1" y="232"/>
                  </a:cubicBezTo>
                  <a:cubicBezTo>
                    <a:pt x="30" y="319"/>
                    <a:pt x="109" y="405"/>
                    <a:pt x="216" y="405"/>
                  </a:cubicBezTo>
                  <a:cubicBezTo>
                    <a:pt x="233" y="405"/>
                    <a:pt x="250" y="403"/>
                    <a:pt x="268" y="399"/>
                  </a:cubicBezTo>
                  <a:lnTo>
                    <a:pt x="301" y="399"/>
                  </a:lnTo>
                  <a:cubicBezTo>
                    <a:pt x="313" y="398"/>
                    <a:pt x="326" y="398"/>
                    <a:pt x="341" y="398"/>
                  </a:cubicBezTo>
                  <a:cubicBezTo>
                    <a:pt x="2035" y="398"/>
                    <a:pt x="26098" y="4064"/>
                    <a:pt x="38628" y="7370"/>
                  </a:cubicBezTo>
                  <a:lnTo>
                    <a:pt x="38695" y="7370"/>
                  </a:lnTo>
                  <a:cubicBezTo>
                    <a:pt x="38795" y="7370"/>
                    <a:pt x="38862" y="7304"/>
                    <a:pt x="38895" y="7237"/>
                  </a:cubicBezTo>
                  <a:cubicBezTo>
                    <a:pt x="38929" y="7103"/>
                    <a:pt x="38862" y="7003"/>
                    <a:pt x="38762" y="6970"/>
                  </a:cubicBezTo>
                  <a:cubicBezTo>
                    <a:pt x="27455" y="3984"/>
                    <a:pt x="3083" y="1"/>
                    <a:pt x="317" y="1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72"/>
            <p:cNvSpPr/>
            <p:nvPr/>
          </p:nvSpPr>
          <p:spPr>
            <a:xfrm>
              <a:off x="9673225" y="2813325"/>
              <a:ext cx="969050" cy="205325"/>
            </a:xfrm>
            <a:custGeom>
              <a:avLst/>
              <a:gdLst/>
              <a:ahLst/>
              <a:cxnLst/>
              <a:rect l="l" t="t" r="r" b="b"/>
              <a:pathLst>
                <a:path w="38762" h="8213" extrusionOk="0">
                  <a:moveTo>
                    <a:pt x="227" y="0"/>
                  </a:moveTo>
                  <a:cubicBezTo>
                    <a:pt x="141" y="0"/>
                    <a:pt x="62" y="87"/>
                    <a:pt x="34" y="174"/>
                  </a:cubicBezTo>
                  <a:cubicBezTo>
                    <a:pt x="0" y="274"/>
                    <a:pt x="100" y="407"/>
                    <a:pt x="200" y="407"/>
                  </a:cubicBezTo>
                  <a:cubicBezTo>
                    <a:pt x="434" y="474"/>
                    <a:pt x="24584" y="4777"/>
                    <a:pt x="38494" y="8213"/>
                  </a:cubicBezTo>
                  <a:lnTo>
                    <a:pt x="38528" y="8213"/>
                  </a:lnTo>
                  <a:cubicBezTo>
                    <a:pt x="38628" y="8213"/>
                    <a:pt x="38728" y="8146"/>
                    <a:pt x="38728" y="8046"/>
                  </a:cubicBezTo>
                  <a:cubicBezTo>
                    <a:pt x="38761" y="7946"/>
                    <a:pt x="38695" y="7812"/>
                    <a:pt x="38594" y="7779"/>
                  </a:cubicBezTo>
                  <a:cubicBezTo>
                    <a:pt x="24685" y="4377"/>
                    <a:pt x="534" y="40"/>
                    <a:pt x="267" y="7"/>
                  </a:cubicBezTo>
                  <a:cubicBezTo>
                    <a:pt x="254" y="2"/>
                    <a:pt x="240" y="0"/>
                    <a:pt x="227" y="0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72"/>
            <p:cNvSpPr/>
            <p:nvPr/>
          </p:nvSpPr>
          <p:spPr>
            <a:xfrm>
              <a:off x="9654050" y="2900825"/>
              <a:ext cx="964025" cy="225400"/>
            </a:xfrm>
            <a:custGeom>
              <a:avLst/>
              <a:gdLst/>
              <a:ahLst/>
              <a:cxnLst/>
              <a:rect l="l" t="t" r="r" b="b"/>
              <a:pathLst>
                <a:path w="38561" h="9016" extrusionOk="0">
                  <a:moveTo>
                    <a:pt x="216" y="1"/>
                  </a:moveTo>
                  <a:cubicBezTo>
                    <a:pt x="134" y="1"/>
                    <a:pt x="61" y="66"/>
                    <a:pt x="33" y="176"/>
                  </a:cubicBezTo>
                  <a:cubicBezTo>
                    <a:pt x="0" y="276"/>
                    <a:pt x="67" y="376"/>
                    <a:pt x="200" y="410"/>
                  </a:cubicBezTo>
                  <a:cubicBezTo>
                    <a:pt x="434" y="476"/>
                    <a:pt x="23950" y="5814"/>
                    <a:pt x="38294" y="9016"/>
                  </a:cubicBezTo>
                  <a:lnTo>
                    <a:pt x="38361" y="9016"/>
                  </a:lnTo>
                  <a:cubicBezTo>
                    <a:pt x="38427" y="9016"/>
                    <a:pt x="38528" y="8949"/>
                    <a:pt x="38561" y="8849"/>
                  </a:cubicBezTo>
                  <a:cubicBezTo>
                    <a:pt x="38561" y="8749"/>
                    <a:pt x="38494" y="8616"/>
                    <a:pt x="38394" y="8616"/>
                  </a:cubicBezTo>
                  <a:cubicBezTo>
                    <a:pt x="24051" y="5413"/>
                    <a:pt x="500" y="76"/>
                    <a:pt x="267" y="9"/>
                  </a:cubicBezTo>
                  <a:cubicBezTo>
                    <a:pt x="250" y="4"/>
                    <a:pt x="233" y="1"/>
                    <a:pt x="216" y="1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72"/>
            <p:cNvSpPr/>
            <p:nvPr/>
          </p:nvSpPr>
          <p:spPr>
            <a:xfrm>
              <a:off x="9634850" y="2988400"/>
              <a:ext cx="961550" cy="235400"/>
            </a:xfrm>
            <a:custGeom>
              <a:avLst/>
              <a:gdLst/>
              <a:ahLst/>
              <a:cxnLst/>
              <a:rect l="l" t="t" r="r" b="b"/>
              <a:pathLst>
                <a:path w="38462" h="9416" extrusionOk="0">
                  <a:moveTo>
                    <a:pt x="215" y="0"/>
                  </a:moveTo>
                  <a:cubicBezTo>
                    <a:pt x="134" y="0"/>
                    <a:pt x="62" y="60"/>
                    <a:pt x="34" y="142"/>
                  </a:cubicBezTo>
                  <a:cubicBezTo>
                    <a:pt x="1" y="276"/>
                    <a:pt x="68" y="376"/>
                    <a:pt x="168" y="409"/>
                  </a:cubicBezTo>
                  <a:cubicBezTo>
                    <a:pt x="401" y="476"/>
                    <a:pt x="24652" y="7414"/>
                    <a:pt x="38228" y="9416"/>
                  </a:cubicBezTo>
                  <a:lnTo>
                    <a:pt x="38261" y="9416"/>
                  </a:lnTo>
                  <a:cubicBezTo>
                    <a:pt x="38362" y="9416"/>
                    <a:pt x="38428" y="9349"/>
                    <a:pt x="38462" y="9249"/>
                  </a:cubicBezTo>
                  <a:cubicBezTo>
                    <a:pt x="38462" y="9115"/>
                    <a:pt x="38395" y="9015"/>
                    <a:pt x="38261" y="9015"/>
                  </a:cubicBezTo>
                  <a:cubicBezTo>
                    <a:pt x="24718" y="7014"/>
                    <a:pt x="535" y="76"/>
                    <a:pt x="268" y="9"/>
                  </a:cubicBezTo>
                  <a:cubicBezTo>
                    <a:pt x="250" y="3"/>
                    <a:pt x="232" y="0"/>
                    <a:pt x="215" y="0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72"/>
            <p:cNvSpPr/>
            <p:nvPr/>
          </p:nvSpPr>
          <p:spPr>
            <a:xfrm>
              <a:off x="10905775" y="1762050"/>
              <a:ext cx="1244225" cy="1714425"/>
            </a:xfrm>
            <a:custGeom>
              <a:avLst/>
              <a:gdLst/>
              <a:ahLst/>
              <a:cxnLst/>
              <a:rect l="l" t="t" r="r" b="b"/>
              <a:pathLst>
                <a:path w="49769" h="68577" extrusionOk="0">
                  <a:moveTo>
                    <a:pt x="19076" y="429"/>
                  </a:moveTo>
                  <a:cubicBezTo>
                    <a:pt x="29026" y="429"/>
                    <a:pt x="47503" y="9810"/>
                    <a:pt x="49302" y="10735"/>
                  </a:cubicBezTo>
                  <a:lnTo>
                    <a:pt x="36560" y="68143"/>
                  </a:lnTo>
                  <a:cubicBezTo>
                    <a:pt x="10307" y="65775"/>
                    <a:pt x="1601" y="61772"/>
                    <a:pt x="467" y="61205"/>
                  </a:cubicBezTo>
                  <a:lnTo>
                    <a:pt x="13476" y="2663"/>
                  </a:lnTo>
                  <a:cubicBezTo>
                    <a:pt x="14464" y="1068"/>
                    <a:pt x="16480" y="429"/>
                    <a:pt x="19076" y="429"/>
                  </a:cubicBezTo>
                  <a:close/>
                  <a:moveTo>
                    <a:pt x="19087" y="0"/>
                  </a:moveTo>
                  <a:cubicBezTo>
                    <a:pt x="16093" y="0"/>
                    <a:pt x="14082" y="822"/>
                    <a:pt x="13076" y="2463"/>
                  </a:cubicBezTo>
                  <a:cubicBezTo>
                    <a:pt x="13076" y="2496"/>
                    <a:pt x="13076" y="2496"/>
                    <a:pt x="13043" y="2530"/>
                  </a:cubicBezTo>
                  <a:lnTo>
                    <a:pt x="0" y="61272"/>
                  </a:lnTo>
                  <a:cubicBezTo>
                    <a:pt x="0" y="61372"/>
                    <a:pt x="33" y="61438"/>
                    <a:pt x="100" y="61505"/>
                  </a:cubicBezTo>
                  <a:cubicBezTo>
                    <a:pt x="200" y="61538"/>
                    <a:pt x="8206" y="66008"/>
                    <a:pt x="36693" y="68577"/>
                  </a:cubicBezTo>
                  <a:lnTo>
                    <a:pt x="36726" y="68577"/>
                  </a:lnTo>
                  <a:cubicBezTo>
                    <a:pt x="36826" y="68577"/>
                    <a:pt x="36893" y="68510"/>
                    <a:pt x="36926" y="68410"/>
                  </a:cubicBezTo>
                  <a:lnTo>
                    <a:pt x="49736" y="10669"/>
                  </a:lnTo>
                  <a:cubicBezTo>
                    <a:pt x="49769" y="10569"/>
                    <a:pt x="49736" y="10502"/>
                    <a:pt x="49636" y="10435"/>
                  </a:cubicBezTo>
                  <a:cubicBezTo>
                    <a:pt x="49569" y="10402"/>
                    <a:pt x="41730" y="6299"/>
                    <a:pt x="33357" y="3297"/>
                  </a:cubicBezTo>
                  <a:cubicBezTo>
                    <a:pt x="27314" y="1097"/>
                    <a:pt x="22545" y="0"/>
                    <a:pt x="19087" y="0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72"/>
            <p:cNvSpPr/>
            <p:nvPr/>
          </p:nvSpPr>
          <p:spPr>
            <a:xfrm>
              <a:off x="11467825" y="3357200"/>
              <a:ext cx="311100" cy="47575"/>
            </a:xfrm>
            <a:custGeom>
              <a:avLst/>
              <a:gdLst/>
              <a:ahLst/>
              <a:cxnLst/>
              <a:rect l="l" t="t" r="r" b="b"/>
              <a:pathLst>
                <a:path w="12444" h="1903" extrusionOk="0">
                  <a:moveTo>
                    <a:pt x="268" y="1"/>
                  </a:moveTo>
                  <a:cubicBezTo>
                    <a:pt x="168" y="1"/>
                    <a:pt x="68" y="67"/>
                    <a:pt x="34" y="201"/>
                  </a:cubicBezTo>
                  <a:cubicBezTo>
                    <a:pt x="1" y="301"/>
                    <a:pt x="101" y="401"/>
                    <a:pt x="201" y="434"/>
                  </a:cubicBezTo>
                  <a:cubicBezTo>
                    <a:pt x="6038" y="1535"/>
                    <a:pt x="12143" y="1902"/>
                    <a:pt x="12210" y="1902"/>
                  </a:cubicBezTo>
                  <a:cubicBezTo>
                    <a:pt x="12343" y="1902"/>
                    <a:pt x="12443" y="1835"/>
                    <a:pt x="12443" y="1702"/>
                  </a:cubicBezTo>
                  <a:cubicBezTo>
                    <a:pt x="12443" y="1602"/>
                    <a:pt x="12343" y="1502"/>
                    <a:pt x="12243" y="1502"/>
                  </a:cubicBezTo>
                  <a:cubicBezTo>
                    <a:pt x="12176" y="1502"/>
                    <a:pt x="6105" y="1135"/>
                    <a:pt x="268" y="1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72"/>
            <p:cNvSpPr/>
            <p:nvPr/>
          </p:nvSpPr>
          <p:spPr>
            <a:xfrm>
              <a:off x="11191800" y="1830225"/>
              <a:ext cx="728050" cy="590500"/>
            </a:xfrm>
            <a:custGeom>
              <a:avLst/>
              <a:gdLst/>
              <a:ahLst/>
              <a:cxnLst/>
              <a:rect l="l" t="t" r="r" b="b"/>
              <a:pathLst>
                <a:path w="29122" h="23620" extrusionOk="0">
                  <a:moveTo>
                    <a:pt x="7700" y="414"/>
                  </a:moveTo>
                  <a:cubicBezTo>
                    <a:pt x="15775" y="414"/>
                    <a:pt x="27246" y="6189"/>
                    <a:pt x="28654" y="6908"/>
                  </a:cubicBezTo>
                  <a:cubicBezTo>
                    <a:pt x="28354" y="8175"/>
                    <a:pt x="26153" y="16915"/>
                    <a:pt x="24551" y="23119"/>
                  </a:cubicBezTo>
                  <a:cubicBezTo>
                    <a:pt x="12943" y="19350"/>
                    <a:pt x="2135" y="17682"/>
                    <a:pt x="468" y="17449"/>
                  </a:cubicBezTo>
                  <a:lnTo>
                    <a:pt x="4137" y="903"/>
                  </a:lnTo>
                  <a:cubicBezTo>
                    <a:pt x="5201" y="563"/>
                    <a:pt x="6407" y="414"/>
                    <a:pt x="7700" y="414"/>
                  </a:cubicBezTo>
                  <a:close/>
                  <a:moveTo>
                    <a:pt x="7696" y="1"/>
                  </a:moveTo>
                  <a:cubicBezTo>
                    <a:pt x="6252" y="1"/>
                    <a:pt x="4985" y="179"/>
                    <a:pt x="3903" y="536"/>
                  </a:cubicBezTo>
                  <a:cubicBezTo>
                    <a:pt x="3837" y="570"/>
                    <a:pt x="3770" y="636"/>
                    <a:pt x="3770" y="703"/>
                  </a:cubicBezTo>
                  <a:lnTo>
                    <a:pt x="1" y="17582"/>
                  </a:lnTo>
                  <a:cubicBezTo>
                    <a:pt x="1" y="17649"/>
                    <a:pt x="1" y="17715"/>
                    <a:pt x="34" y="17749"/>
                  </a:cubicBezTo>
                  <a:cubicBezTo>
                    <a:pt x="67" y="17782"/>
                    <a:pt x="134" y="17815"/>
                    <a:pt x="201" y="17849"/>
                  </a:cubicBezTo>
                  <a:cubicBezTo>
                    <a:pt x="301" y="17849"/>
                    <a:pt x="12009" y="19450"/>
                    <a:pt x="24618" y="23586"/>
                  </a:cubicBezTo>
                  <a:cubicBezTo>
                    <a:pt x="24652" y="23620"/>
                    <a:pt x="24685" y="23620"/>
                    <a:pt x="24685" y="23620"/>
                  </a:cubicBezTo>
                  <a:cubicBezTo>
                    <a:pt x="24718" y="23620"/>
                    <a:pt x="24785" y="23586"/>
                    <a:pt x="24785" y="23586"/>
                  </a:cubicBezTo>
                  <a:cubicBezTo>
                    <a:pt x="24852" y="23553"/>
                    <a:pt x="24885" y="23520"/>
                    <a:pt x="24885" y="23453"/>
                  </a:cubicBezTo>
                  <a:cubicBezTo>
                    <a:pt x="26620" y="16748"/>
                    <a:pt x="29121" y="6841"/>
                    <a:pt x="29121" y="6841"/>
                  </a:cubicBezTo>
                  <a:cubicBezTo>
                    <a:pt x="29121" y="6774"/>
                    <a:pt x="29088" y="6674"/>
                    <a:pt x="28988" y="6607"/>
                  </a:cubicBezTo>
                  <a:cubicBezTo>
                    <a:pt x="28955" y="6607"/>
                    <a:pt x="24752" y="4373"/>
                    <a:pt x="19581" y="2538"/>
                  </a:cubicBezTo>
                  <a:cubicBezTo>
                    <a:pt x="14827" y="847"/>
                    <a:pt x="10841" y="1"/>
                    <a:pt x="7696" y="1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72"/>
            <p:cNvSpPr/>
            <p:nvPr/>
          </p:nvSpPr>
          <p:spPr>
            <a:xfrm>
              <a:off x="11042525" y="1895325"/>
              <a:ext cx="2193250" cy="2455725"/>
            </a:xfrm>
            <a:custGeom>
              <a:avLst/>
              <a:gdLst/>
              <a:ahLst/>
              <a:cxnLst/>
              <a:rect l="l" t="t" r="r" b="b"/>
              <a:pathLst>
                <a:path w="87730" h="98229" extrusionOk="0">
                  <a:moveTo>
                    <a:pt x="57975" y="1"/>
                  </a:moveTo>
                  <a:lnTo>
                    <a:pt x="1" y="22483"/>
                  </a:lnTo>
                  <a:lnTo>
                    <a:pt x="28521" y="96069"/>
                  </a:lnTo>
                  <a:cubicBezTo>
                    <a:pt x="29061" y="97407"/>
                    <a:pt x="30336" y="98229"/>
                    <a:pt x="31686" y="98229"/>
                  </a:cubicBezTo>
                  <a:cubicBezTo>
                    <a:pt x="32087" y="98229"/>
                    <a:pt x="32494" y="98157"/>
                    <a:pt x="32891" y="98004"/>
                  </a:cubicBezTo>
                  <a:lnTo>
                    <a:pt x="87730" y="76722"/>
                  </a:lnTo>
                  <a:lnTo>
                    <a:pt x="57975" y="1"/>
                  </a:lnTo>
                  <a:close/>
                </a:path>
              </a:pathLst>
            </a:custGeom>
            <a:solidFill>
              <a:srgbClr val="7F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72"/>
            <p:cNvSpPr/>
            <p:nvPr/>
          </p:nvSpPr>
          <p:spPr>
            <a:xfrm>
              <a:off x="11070875" y="1875300"/>
              <a:ext cx="2134050" cy="2444600"/>
            </a:xfrm>
            <a:custGeom>
              <a:avLst/>
              <a:gdLst/>
              <a:ahLst/>
              <a:cxnLst/>
              <a:rect l="l" t="t" r="r" b="b"/>
              <a:pathLst>
                <a:path w="85362" h="97784" extrusionOk="0">
                  <a:moveTo>
                    <a:pt x="55574" y="1"/>
                  </a:moveTo>
                  <a:lnTo>
                    <a:pt x="1" y="21550"/>
                  </a:lnTo>
                  <a:lnTo>
                    <a:pt x="29155" y="96704"/>
                  </a:lnTo>
                  <a:cubicBezTo>
                    <a:pt x="29412" y="97372"/>
                    <a:pt x="30046" y="97783"/>
                    <a:pt x="30721" y="97783"/>
                  </a:cubicBezTo>
                  <a:cubicBezTo>
                    <a:pt x="30921" y="97783"/>
                    <a:pt x="31125" y="97747"/>
                    <a:pt x="31323" y="97671"/>
                  </a:cubicBezTo>
                  <a:lnTo>
                    <a:pt x="85362" y="76723"/>
                  </a:lnTo>
                  <a:lnTo>
                    <a:pt x="555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72"/>
            <p:cNvSpPr/>
            <p:nvPr/>
          </p:nvSpPr>
          <p:spPr>
            <a:xfrm>
              <a:off x="11007500" y="1806100"/>
              <a:ext cx="2193250" cy="2480975"/>
            </a:xfrm>
            <a:custGeom>
              <a:avLst/>
              <a:gdLst/>
              <a:ahLst/>
              <a:cxnLst/>
              <a:rect l="l" t="t" r="r" b="b"/>
              <a:pathLst>
                <a:path w="87730" h="99239" extrusionOk="0">
                  <a:moveTo>
                    <a:pt x="57975" y="0"/>
                  </a:moveTo>
                  <a:lnTo>
                    <a:pt x="1" y="22516"/>
                  </a:lnTo>
                  <a:lnTo>
                    <a:pt x="29755" y="99238"/>
                  </a:lnTo>
                  <a:lnTo>
                    <a:pt x="87730" y="76722"/>
                  </a:lnTo>
                  <a:lnTo>
                    <a:pt x="579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72"/>
            <p:cNvSpPr/>
            <p:nvPr/>
          </p:nvSpPr>
          <p:spPr>
            <a:xfrm>
              <a:off x="11007500" y="2278100"/>
              <a:ext cx="978225" cy="2008975"/>
            </a:xfrm>
            <a:custGeom>
              <a:avLst/>
              <a:gdLst/>
              <a:ahLst/>
              <a:cxnLst/>
              <a:rect l="l" t="t" r="r" b="b"/>
              <a:pathLst>
                <a:path w="39129" h="80359" extrusionOk="0">
                  <a:moveTo>
                    <a:pt x="9374" y="1"/>
                  </a:moveTo>
                  <a:lnTo>
                    <a:pt x="1" y="3636"/>
                  </a:lnTo>
                  <a:lnTo>
                    <a:pt x="29755" y="80358"/>
                  </a:lnTo>
                  <a:lnTo>
                    <a:pt x="39129" y="76722"/>
                  </a:lnTo>
                  <a:lnTo>
                    <a:pt x="93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72"/>
            <p:cNvSpPr/>
            <p:nvPr/>
          </p:nvSpPr>
          <p:spPr>
            <a:xfrm>
              <a:off x="11241850" y="2263925"/>
              <a:ext cx="779725" cy="1931400"/>
            </a:xfrm>
            <a:custGeom>
              <a:avLst/>
              <a:gdLst/>
              <a:ahLst/>
              <a:cxnLst/>
              <a:rect l="l" t="t" r="r" b="b"/>
              <a:pathLst>
                <a:path w="31189" h="77256" extrusionOk="0">
                  <a:moveTo>
                    <a:pt x="1434" y="0"/>
                  </a:moveTo>
                  <a:lnTo>
                    <a:pt x="0" y="568"/>
                  </a:lnTo>
                  <a:lnTo>
                    <a:pt x="29755" y="77256"/>
                  </a:lnTo>
                  <a:lnTo>
                    <a:pt x="31189" y="76722"/>
                  </a:lnTo>
                  <a:lnTo>
                    <a:pt x="1434" y="0"/>
                  </a:lnTo>
                  <a:close/>
                </a:path>
              </a:pathLst>
            </a:custGeom>
            <a:solidFill>
              <a:srgbClr val="EDB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72"/>
            <p:cNvSpPr/>
            <p:nvPr/>
          </p:nvSpPr>
          <p:spPr>
            <a:xfrm>
              <a:off x="11420300" y="1939525"/>
              <a:ext cx="1635350" cy="2099850"/>
            </a:xfrm>
            <a:custGeom>
              <a:avLst/>
              <a:gdLst/>
              <a:ahLst/>
              <a:cxnLst/>
              <a:rect l="l" t="t" r="r" b="b"/>
              <a:pathLst>
                <a:path w="65414" h="83994" extrusionOk="0">
                  <a:moveTo>
                    <a:pt x="36393" y="568"/>
                  </a:moveTo>
                  <a:cubicBezTo>
                    <a:pt x="36693" y="1168"/>
                    <a:pt x="37194" y="1668"/>
                    <a:pt x="37827" y="1969"/>
                  </a:cubicBezTo>
                  <a:cubicBezTo>
                    <a:pt x="38190" y="2121"/>
                    <a:pt x="38574" y="2197"/>
                    <a:pt x="38961" y="2197"/>
                  </a:cubicBezTo>
                  <a:cubicBezTo>
                    <a:pt x="39251" y="2197"/>
                    <a:pt x="39543" y="2154"/>
                    <a:pt x="39829" y="2069"/>
                  </a:cubicBezTo>
                  <a:lnTo>
                    <a:pt x="64880" y="66682"/>
                  </a:lnTo>
                  <a:cubicBezTo>
                    <a:pt x="64280" y="66982"/>
                    <a:pt x="63779" y="67482"/>
                    <a:pt x="63512" y="68116"/>
                  </a:cubicBezTo>
                  <a:cubicBezTo>
                    <a:pt x="63212" y="68750"/>
                    <a:pt x="63179" y="69450"/>
                    <a:pt x="63379" y="70117"/>
                  </a:cubicBezTo>
                  <a:lnTo>
                    <a:pt x="29021" y="83460"/>
                  </a:lnTo>
                  <a:cubicBezTo>
                    <a:pt x="28554" y="82426"/>
                    <a:pt x="27520" y="81826"/>
                    <a:pt x="26419" y="81826"/>
                  </a:cubicBezTo>
                  <a:cubicBezTo>
                    <a:pt x="26152" y="81826"/>
                    <a:pt x="25886" y="81859"/>
                    <a:pt x="25585" y="81926"/>
                  </a:cubicBezTo>
                  <a:lnTo>
                    <a:pt x="534" y="17313"/>
                  </a:lnTo>
                  <a:cubicBezTo>
                    <a:pt x="1168" y="17013"/>
                    <a:pt x="1635" y="16512"/>
                    <a:pt x="1935" y="15879"/>
                  </a:cubicBezTo>
                  <a:cubicBezTo>
                    <a:pt x="2202" y="15245"/>
                    <a:pt x="2235" y="14544"/>
                    <a:pt x="2035" y="13877"/>
                  </a:cubicBezTo>
                  <a:lnTo>
                    <a:pt x="36393" y="568"/>
                  </a:lnTo>
                  <a:close/>
                  <a:moveTo>
                    <a:pt x="36627" y="1"/>
                  </a:moveTo>
                  <a:lnTo>
                    <a:pt x="1502" y="13644"/>
                  </a:lnTo>
                  <a:lnTo>
                    <a:pt x="1568" y="13844"/>
                  </a:lnTo>
                  <a:cubicBezTo>
                    <a:pt x="1802" y="14444"/>
                    <a:pt x="1802" y="15111"/>
                    <a:pt x="1535" y="15712"/>
                  </a:cubicBezTo>
                  <a:cubicBezTo>
                    <a:pt x="1268" y="16312"/>
                    <a:pt x="801" y="16779"/>
                    <a:pt x="167" y="17013"/>
                  </a:cubicBezTo>
                  <a:lnTo>
                    <a:pt x="0" y="17079"/>
                  </a:lnTo>
                  <a:lnTo>
                    <a:pt x="25352" y="82460"/>
                  </a:lnTo>
                  <a:lnTo>
                    <a:pt x="25552" y="82393"/>
                  </a:lnTo>
                  <a:cubicBezTo>
                    <a:pt x="25847" y="82276"/>
                    <a:pt x="26149" y="82221"/>
                    <a:pt x="26445" y="82221"/>
                  </a:cubicBezTo>
                  <a:cubicBezTo>
                    <a:pt x="27422" y="82221"/>
                    <a:pt x="28337" y="82821"/>
                    <a:pt x="28721" y="83794"/>
                  </a:cubicBezTo>
                  <a:lnTo>
                    <a:pt x="28788" y="83994"/>
                  </a:lnTo>
                  <a:lnTo>
                    <a:pt x="63913" y="70351"/>
                  </a:lnTo>
                  <a:lnTo>
                    <a:pt x="63846" y="70184"/>
                  </a:lnTo>
                  <a:cubicBezTo>
                    <a:pt x="63346" y="68917"/>
                    <a:pt x="63979" y="67482"/>
                    <a:pt x="65247" y="66982"/>
                  </a:cubicBezTo>
                  <a:lnTo>
                    <a:pt x="65414" y="66915"/>
                  </a:lnTo>
                  <a:lnTo>
                    <a:pt x="40129" y="1735"/>
                  </a:lnTo>
                  <a:lnTo>
                    <a:pt x="40062" y="1535"/>
                  </a:lnTo>
                  <a:lnTo>
                    <a:pt x="39862" y="1602"/>
                  </a:lnTo>
                  <a:cubicBezTo>
                    <a:pt x="39568" y="1718"/>
                    <a:pt x="39266" y="1773"/>
                    <a:pt x="38969" y="1773"/>
                  </a:cubicBezTo>
                  <a:cubicBezTo>
                    <a:pt x="37992" y="1773"/>
                    <a:pt x="37077" y="1173"/>
                    <a:pt x="36693" y="201"/>
                  </a:cubicBezTo>
                  <a:lnTo>
                    <a:pt x="3662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72"/>
            <p:cNvSpPr/>
            <p:nvPr/>
          </p:nvSpPr>
          <p:spPr>
            <a:xfrm>
              <a:off x="12426025" y="3694125"/>
              <a:ext cx="241025" cy="154300"/>
            </a:xfrm>
            <a:custGeom>
              <a:avLst/>
              <a:gdLst/>
              <a:ahLst/>
              <a:cxnLst/>
              <a:rect l="l" t="t" r="r" b="b"/>
              <a:pathLst>
                <a:path w="9641" h="6172" extrusionOk="0">
                  <a:moveTo>
                    <a:pt x="8540" y="0"/>
                  </a:moveTo>
                  <a:lnTo>
                    <a:pt x="0" y="3336"/>
                  </a:lnTo>
                  <a:lnTo>
                    <a:pt x="1101" y="6171"/>
                  </a:lnTo>
                  <a:lnTo>
                    <a:pt x="9640" y="2869"/>
                  </a:lnTo>
                  <a:lnTo>
                    <a:pt x="854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72"/>
            <p:cNvSpPr/>
            <p:nvPr/>
          </p:nvSpPr>
          <p:spPr>
            <a:xfrm>
              <a:off x="11801400" y="2764275"/>
              <a:ext cx="933200" cy="577950"/>
            </a:xfrm>
            <a:custGeom>
              <a:avLst/>
              <a:gdLst/>
              <a:ahLst/>
              <a:cxnLst/>
              <a:rect l="l" t="t" r="r" b="b"/>
              <a:pathLst>
                <a:path w="37328" h="23118" extrusionOk="0">
                  <a:moveTo>
                    <a:pt x="33391" y="1"/>
                  </a:moveTo>
                  <a:lnTo>
                    <a:pt x="1" y="12943"/>
                  </a:lnTo>
                  <a:lnTo>
                    <a:pt x="3937" y="23117"/>
                  </a:lnTo>
                  <a:lnTo>
                    <a:pt x="37327" y="10175"/>
                  </a:lnTo>
                  <a:lnTo>
                    <a:pt x="333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72"/>
            <p:cNvSpPr/>
            <p:nvPr/>
          </p:nvSpPr>
          <p:spPr>
            <a:xfrm>
              <a:off x="11744700" y="2617500"/>
              <a:ext cx="863975" cy="398650"/>
            </a:xfrm>
            <a:custGeom>
              <a:avLst/>
              <a:gdLst/>
              <a:ahLst/>
              <a:cxnLst/>
              <a:rect l="l" t="t" r="r" b="b"/>
              <a:pathLst>
                <a:path w="34559" h="15946" extrusionOk="0">
                  <a:moveTo>
                    <a:pt x="33391" y="1"/>
                  </a:moveTo>
                  <a:lnTo>
                    <a:pt x="0" y="12944"/>
                  </a:lnTo>
                  <a:lnTo>
                    <a:pt x="1135" y="15946"/>
                  </a:lnTo>
                  <a:lnTo>
                    <a:pt x="34558" y="2970"/>
                  </a:lnTo>
                  <a:lnTo>
                    <a:pt x="333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72"/>
            <p:cNvSpPr/>
            <p:nvPr/>
          </p:nvSpPr>
          <p:spPr>
            <a:xfrm>
              <a:off x="11597925" y="2239750"/>
              <a:ext cx="863975" cy="397800"/>
            </a:xfrm>
            <a:custGeom>
              <a:avLst/>
              <a:gdLst/>
              <a:ahLst/>
              <a:cxnLst/>
              <a:rect l="l" t="t" r="r" b="b"/>
              <a:pathLst>
                <a:path w="34559" h="15912" extrusionOk="0">
                  <a:moveTo>
                    <a:pt x="33391" y="0"/>
                  </a:moveTo>
                  <a:lnTo>
                    <a:pt x="1" y="12943"/>
                  </a:lnTo>
                  <a:lnTo>
                    <a:pt x="1168" y="15911"/>
                  </a:lnTo>
                  <a:lnTo>
                    <a:pt x="34559" y="2969"/>
                  </a:lnTo>
                  <a:lnTo>
                    <a:pt x="3339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4" name="Google Shape;964;p72"/>
          <p:cNvSpPr/>
          <p:nvPr/>
        </p:nvSpPr>
        <p:spPr>
          <a:xfrm>
            <a:off x="12466875" y="4457550"/>
            <a:ext cx="343600" cy="435775"/>
          </a:xfrm>
          <a:custGeom>
            <a:avLst/>
            <a:gdLst/>
            <a:ahLst/>
            <a:cxnLst/>
            <a:rect l="l" t="t" r="r" b="b"/>
            <a:pathLst>
              <a:path w="13744" h="17431" extrusionOk="0">
                <a:moveTo>
                  <a:pt x="13252" y="1"/>
                </a:moveTo>
                <a:cubicBezTo>
                  <a:pt x="13215" y="1"/>
                  <a:pt x="13179" y="6"/>
                  <a:pt x="13143" y="18"/>
                </a:cubicBezTo>
                <a:cubicBezTo>
                  <a:pt x="1" y="4088"/>
                  <a:pt x="167" y="16897"/>
                  <a:pt x="167" y="16997"/>
                </a:cubicBezTo>
                <a:cubicBezTo>
                  <a:pt x="167" y="17231"/>
                  <a:pt x="334" y="17431"/>
                  <a:pt x="568" y="17431"/>
                </a:cubicBezTo>
                <a:cubicBezTo>
                  <a:pt x="801" y="17431"/>
                  <a:pt x="1001" y="17231"/>
                  <a:pt x="1001" y="16997"/>
                </a:cubicBezTo>
                <a:cubicBezTo>
                  <a:pt x="968" y="16497"/>
                  <a:pt x="868" y="4688"/>
                  <a:pt x="13377" y="819"/>
                </a:cubicBezTo>
                <a:cubicBezTo>
                  <a:pt x="13610" y="752"/>
                  <a:pt x="13744" y="519"/>
                  <a:pt x="13677" y="285"/>
                </a:cubicBezTo>
                <a:cubicBezTo>
                  <a:pt x="13595" y="120"/>
                  <a:pt x="13422" y="1"/>
                  <a:pt x="1325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5" name="Google Shape;965;p72"/>
          <p:cNvGrpSpPr/>
          <p:nvPr/>
        </p:nvGrpSpPr>
        <p:grpSpPr>
          <a:xfrm rot="892186">
            <a:off x="5751604" y="3709378"/>
            <a:ext cx="2451267" cy="900546"/>
            <a:chOff x="10253036" y="3422449"/>
            <a:chExt cx="2748147" cy="1009614"/>
          </a:xfrm>
        </p:grpSpPr>
        <p:sp>
          <p:nvSpPr>
            <p:cNvPr id="966" name="Google Shape;966;p72"/>
            <p:cNvSpPr/>
            <p:nvPr/>
          </p:nvSpPr>
          <p:spPr>
            <a:xfrm>
              <a:off x="12035804" y="3479245"/>
              <a:ext cx="274842" cy="429801"/>
            </a:xfrm>
            <a:custGeom>
              <a:avLst/>
              <a:gdLst/>
              <a:ahLst/>
              <a:cxnLst/>
              <a:rect l="l" t="t" r="r" b="b"/>
              <a:pathLst>
                <a:path w="8203" h="12827" extrusionOk="0">
                  <a:moveTo>
                    <a:pt x="1" y="0"/>
                  </a:moveTo>
                  <a:lnTo>
                    <a:pt x="1" y="12826"/>
                  </a:lnTo>
                  <a:lnTo>
                    <a:pt x="4102" y="9123"/>
                  </a:lnTo>
                  <a:lnTo>
                    <a:pt x="8203" y="12826"/>
                  </a:lnTo>
                  <a:lnTo>
                    <a:pt x="8203" y="0"/>
                  </a:lnTo>
                  <a:close/>
                </a:path>
              </a:pathLst>
            </a:custGeom>
            <a:solidFill>
              <a:srgbClr val="EF5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72"/>
            <p:cNvSpPr/>
            <p:nvPr/>
          </p:nvSpPr>
          <p:spPr>
            <a:xfrm>
              <a:off x="10253036" y="3907605"/>
              <a:ext cx="2492269" cy="466257"/>
            </a:xfrm>
            <a:custGeom>
              <a:avLst/>
              <a:gdLst/>
              <a:ahLst/>
              <a:cxnLst/>
              <a:rect l="l" t="t" r="r" b="b"/>
              <a:pathLst>
                <a:path w="74385" h="13915" extrusionOk="0">
                  <a:moveTo>
                    <a:pt x="74280" y="0"/>
                  </a:moveTo>
                  <a:lnTo>
                    <a:pt x="4060" y="7407"/>
                  </a:lnTo>
                  <a:cubicBezTo>
                    <a:pt x="2679" y="7491"/>
                    <a:pt x="1507" y="8370"/>
                    <a:pt x="1068" y="9688"/>
                  </a:cubicBezTo>
                  <a:lnTo>
                    <a:pt x="168" y="12262"/>
                  </a:lnTo>
                  <a:cubicBezTo>
                    <a:pt x="1" y="12743"/>
                    <a:pt x="147" y="13266"/>
                    <a:pt x="524" y="13601"/>
                  </a:cubicBezTo>
                  <a:cubicBezTo>
                    <a:pt x="754" y="13810"/>
                    <a:pt x="1047" y="13915"/>
                    <a:pt x="1340" y="13915"/>
                  </a:cubicBezTo>
                  <a:cubicBezTo>
                    <a:pt x="1528" y="13915"/>
                    <a:pt x="1717" y="13873"/>
                    <a:pt x="1905" y="13789"/>
                  </a:cubicBezTo>
                  <a:cubicBezTo>
                    <a:pt x="3328" y="13078"/>
                    <a:pt x="5713" y="11466"/>
                    <a:pt x="6131" y="8370"/>
                  </a:cubicBezTo>
                  <a:lnTo>
                    <a:pt x="74384" y="1172"/>
                  </a:lnTo>
                  <a:lnTo>
                    <a:pt x="742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72"/>
            <p:cNvSpPr/>
            <p:nvPr/>
          </p:nvSpPr>
          <p:spPr>
            <a:xfrm>
              <a:off x="10508914" y="3907605"/>
              <a:ext cx="2492269" cy="466257"/>
            </a:xfrm>
            <a:custGeom>
              <a:avLst/>
              <a:gdLst/>
              <a:ahLst/>
              <a:cxnLst/>
              <a:rect l="l" t="t" r="r" b="b"/>
              <a:pathLst>
                <a:path w="74385" h="13915" extrusionOk="0">
                  <a:moveTo>
                    <a:pt x="126" y="0"/>
                  </a:moveTo>
                  <a:lnTo>
                    <a:pt x="1" y="1172"/>
                  </a:lnTo>
                  <a:lnTo>
                    <a:pt x="68254" y="8370"/>
                  </a:lnTo>
                  <a:cubicBezTo>
                    <a:pt x="68672" y="11466"/>
                    <a:pt x="71058" y="13078"/>
                    <a:pt x="72480" y="13789"/>
                  </a:cubicBezTo>
                  <a:cubicBezTo>
                    <a:pt x="72669" y="13873"/>
                    <a:pt x="72857" y="13915"/>
                    <a:pt x="73045" y="13915"/>
                  </a:cubicBezTo>
                  <a:cubicBezTo>
                    <a:pt x="73338" y="13915"/>
                    <a:pt x="73631" y="13810"/>
                    <a:pt x="73861" y="13601"/>
                  </a:cubicBezTo>
                  <a:cubicBezTo>
                    <a:pt x="74238" y="13266"/>
                    <a:pt x="74384" y="12743"/>
                    <a:pt x="74217" y="12262"/>
                  </a:cubicBezTo>
                  <a:lnTo>
                    <a:pt x="73317" y="9688"/>
                  </a:lnTo>
                  <a:cubicBezTo>
                    <a:pt x="72878" y="8370"/>
                    <a:pt x="71706" y="7491"/>
                    <a:pt x="70325" y="7407"/>
                  </a:cubicBezTo>
                  <a:lnTo>
                    <a:pt x="126" y="0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72"/>
            <p:cNvSpPr/>
            <p:nvPr/>
          </p:nvSpPr>
          <p:spPr>
            <a:xfrm>
              <a:off x="11732952" y="3936656"/>
              <a:ext cx="57528" cy="104577"/>
            </a:xfrm>
            <a:custGeom>
              <a:avLst/>
              <a:gdLst/>
              <a:ahLst/>
              <a:cxnLst/>
              <a:rect l="l" t="t" r="r" b="b"/>
              <a:pathLst>
                <a:path w="1717" h="3121" extrusionOk="0">
                  <a:moveTo>
                    <a:pt x="537" y="1"/>
                  </a:moveTo>
                  <a:cubicBezTo>
                    <a:pt x="511" y="1"/>
                    <a:pt x="485" y="4"/>
                    <a:pt x="461" y="12"/>
                  </a:cubicBezTo>
                  <a:cubicBezTo>
                    <a:pt x="105" y="96"/>
                    <a:pt x="1" y="870"/>
                    <a:pt x="231" y="1728"/>
                  </a:cubicBezTo>
                  <a:cubicBezTo>
                    <a:pt x="425" y="2523"/>
                    <a:pt x="852" y="3120"/>
                    <a:pt x="1197" y="3120"/>
                  </a:cubicBezTo>
                  <a:cubicBezTo>
                    <a:pt x="1224" y="3120"/>
                    <a:pt x="1251" y="3116"/>
                    <a:pt x="1277" y="3109"/>
                  </a:cubicBezTo>
                  <a:cubicBezTo>
                    <a:pt x="1612" y="3025"/>
                    <a:pt x="1716" y="2251"/>
                    <a:pt x="1486" y="1393"/>
                  </a:cubicBezTo>
                  <a:cubicBezTo>
                    <a:pt x="1292" y="598"/>
                    <a:pt x="865" y="1"/>
                    <a:pt x="537" y="1"/>
                  </a:cubicBezTo>
                  <a:close/>
                </a:path>
              </a:pathLst>
            </a:custGeom>
            <a:solidFill>
              <a:srgbClr val="FFEC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72"/>
            <p:cNvSpPr/>
            <p:nvPr/>
          </p:nvSpPr>
          <p:spPr>
            <a:xfrm>
              <a:off x="11463739" y="3936656"/>
              <a:ext cx="57528" cy="104577"/>
            </a:xfrm>
            <a:custGeom>
              <a:avLst/>
              <a:gdLst/>
              <a:ahLst/>
              <a:cxnLst/>
              <a:rect l="l" t="t" r="r" b="b"/>
              <a:pathLst>
                <a:path w="1717" h="3121" extrusionOk="0">
                  <a:moveTo>
                    <a:pt x="1197" y="1"/>
                  </a:moveTo>
                  <a:cubicBezTo>
                    <a:pt x="852" y="1"/>
                    <a:pt x="425" y="598"/>
                    <a:pt x="231" y="1393"/>
                  </a:cubicBezTo>
                  <a:cubicBezTo>
                    <a:pt x="1" y="2251"/>
                    <a:pt x="105" y="3025"/>
                    <a:pt x="461" y="3109"/>
                  </a:cubicBezTo>
                  <a:cubicBezTo>
                    <a:pt x="486" y="3116"/>
                    <a:pt x="511" y="3120"/>
                    <a:pt x="537" y="3120"/>
                  </a:cubicBezTo>
                  <a:cubicBezTo>
                    <a:pt x="865" y="3120"/>
                    <a:pt x="1293" y="2523"/>
                    <a:pt x="1486" y="1728"/>
                  </a:cubicBezTo>
                  <a:cubicBezTo>
                    <a:pt x="1717" y="870"/>
                    <a:pt x="1612" y="96"/>
                    <a:pt x="1277" y="12"/>
                  </a:cubicBezTo>
                  <a:cubicBezTo>
                    <a:pt x="1251" y="4"/>
                    <a:pt x="1224" y="1"/>
                    <a:pt x="1197" y="1"/>
                  </a:cubicBezTo>
                  <a:close/>
                </a:path>
              </a:pathLst>
            </a:custGeom>
            <a:solidFill>
              <a:srgbClr val="FFEC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72"/>
            <p:cNvSpPr/>
            <p:nvPr/>
          </p:nvSpPr>
          <p:spPr>
            <a:xfrm>
              <a:off x="11442732" y="3797532"/>
              <a:ext cx="368756" cy="244705"/>
            </a:xfrm>
            <a:custGeom>
              <a:avLst/>
              <a:gdLst/>
              <a:ahLst/>
              <a:cxnLst/>
              <a:rect l="l" t="t" r="r" b="b"/>
              <a:pathLst>
                <a:path w="11006" h="7303" extrusionOk="0">
                  <a:moveTo>
                    <a:pt x="5503" y="0"/>
                  </a:moveTo>
                  <a:cubicBezTo>
                    <a:pt x="4080" y="0"/>
                    <a:pt x="2909" y="482"/>
                    <a:pt x="2009" y="1423"/>
                  </a:cubicBezTo>
                  <a:cubicBezTo>
                    <a:pt x="0" y="3515"/>
                    <a:pt x="147" y="7156"/>
                    <a:pt x="147" y="7303"/>
                  </a:cubicBezTo>
                  <a:lnTo>
                    <a:pt x="1339" y="7261"/>
                  </a:lnTo>
                  <a:cubicBezTo>
                    <a:pt x="1318" y="7219"/>
                    <a:pt x="1214" y="3955"/>
                    <a:pt x="2867" y="2239"/>
                  </a:cubicBezTo>
                  <a:cubicBezTo>
                    <a:pt x="3536" y="1528"/>
                    <a:pt x="4394" y="1172"/>
                    <a:pt x="5503" y="1172"/>
                  </a:cubicBezTo>
                  <a:cubicBezTo>
                    <a:pt x="6612" y="1172"/>
                    <a:pt x="7470" y="1528"/>
                    <a:pt x="8160" y="2239"/>
                  </a:cubicBezTo>
                  <a:cubicBezTo>
                    <a:pt x="9813" y="3955"/>
                    <a:pt x="9688" y="7219"/>
                    <a:pt x="9688" y="7261"/>
                  </a:cubicBezTo>
                  <a:lnTo>
                    <a:pt x="10860" y="7303"/>
                  </a:lnTo>
                  <a:cubicBezTo>
                    <a:pt x="10860" y="7156"/>
                    <a:pt x="11006" y="3515"/>
                    <a:pt x="9018" y="1423"/>
                  </a:cubicBezTo>
                  <a:cubicBezTo>
                    <a:pt x="8119" y="482"/>
                    <a:pt x="6926" y="0"/>
                    <a:pt x="5503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72"/>
            <p:cNvSpPr/>
            <p:nvPr/>
          </p:nvSpPr>
          <p:spPr>
            <a:xfrm>
              <a:off x="10511025" y="3442085"/>
              <a:ext cx="969601" cy="970344"/>
            </a:xfrm>
            <a:custGeom>
              <a:avLst/>
              <a:gdLst/>
              <a:ahLst/>
              <a:cxnLst/>
              <a:rect l="l" t="t" r="r" b="b"/>
              <a:pathLst>
                <a:path w="28939" h="28959" extrusionOk="0">
                  <a:moveTo>
                    <a:pt x="14459" y="0"/>
                  </a:moveTo>
                  <a:cubicBezTo>
                    <a:pt x="6466" y="0"/>
                    <a:pt x="1" y="6486"/>
                    <a:pt x="1" y="14479"/>
                  </a:cubicBezTo>
                  <a:cubicBezTo>
                    <a:pt x="1" y="22472"/>
                    <a:pt x="6466" y="28958"/>
                    <a:pt x="14459" y="28958"/>
                  </a:cubicBezTo>
                  <a:cubicBezTo>
                    <a:pt x="22473" y="28958"/>
                    <a:pt x="28938" y="22472"/>
                    <a:pt x="28938" y="14479"/>
                  </a:cubicBezTo>
                  <a:cubicBezTo>
                    <a:pt x="28938" y="6486"/>
                    <a:pt x="22473" y="0"/>
                    <a:pt x="1445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72"/>
            <p:cNvSpPr/>
            <p:nvPr/>
          </p:nvSpPr>
          <p:spPr>
            <a:xfrm>
              <a:off x="10511025" y="3442721"/>
              <a:ext cx="614147" cy="613556"/>
            </a:xfrm>
            <a:custGeom>
              <a:avLst/>
              <a:gdLst/>
              <a:ahLst/>
              <a:cxnLst/>
              <a:rect l="l" t="t" r="r" b="b"/>
              <a:pathLst>
                <a:path w="18330" h="18311" extrusionOk="0">
                  <a:moveTo>
                    <a:pt x="14661" y="0"/>
                  </a:moveTo>
                  <a:cubicBezTo>
                    <a:pt x="14594" y="0"/>
                    <a:pt x="14526" y="1"/>
                    <a:pt x="14459" y="2"/>
                  </a:cubicBezTo>
                  <a:cubicBezTo>
                    <a:pt x="13999" y="2"/>
                    <a:pt x="13559" y="23"/>
                    <a:pt x="13099" y="65"/>
                  </a:cubicBezTo>
                  <a:lnTo>
                    <a:pt x="63" y="13100"/>
                  </a:lnTo>
                  <a:cubicBezTo>
                    <a:pt x="22" y="13540"/>
                    <a:pt x="1" y="14000"/>
                    <a:pt x="1" y="14460"/>
                  </a:cubicBezTo>
                  <a:cubicBezTo>
                    <a:pt x="1" y="15799"/>
                    <a:pt x="168" y="17097"/>
                    <a:pt x="503" y="18310"/>
                  </a:cubicBezTo>
                  <a:lnTo>
                    <a:pt x="18330" y="504"/>
                  </a:lnTo>
                  <a:cubicBezTo>
                    <a:pt x="17157" y="186"/>
                    <a:pt x="15929" y="0"/>
                    <a:pt x="146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72"/>
            <p:cNvSpPr/>
            <p:nvPr/>
          </p:nvSpPr>
          <p:spPr>
            <a:xfrm>
              <a:off x="10553811" y="3485544"/>
              <a:ext cx="705280" cy="705333"/>
            </a:xfrm>
            <a:custGeom>
              <a:avLst/>
              <a:gdLst/>
              <a:ahLst/>
              <a:cxnLst/>
              <a:rect l="l" t="t" r="r" b="b"/>
              <a:pathLst>
                <a:path w="21050" h="21050" extrusionOk="0">
                  <a:moveTo>
                    <a:pt x="19166" y="0"/>
                  </a:moveTo>
                  <a:lnTo>
                    <a:pt x="0" y="19166"/>
                  </a:lnTo>
                  <a:cubicBezTo>
                    <a:pt x="293" y="19815"/>
                    <a:pt x="649" y="20443"/>
                    <a:pt x="1025" y="21049"/>
                  </a:cubicBezTo>
                  <a:lnTo>
                    <a:pt x="21049" y="1026"/>
                  </a:lnTo>
                  <a:cubicBezTo>
                    <a:pt x="20463" y="649"/>
                    <a:pt x="19836" y="293"/>
                    <a:pt x="19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72"/>
            <p:cNvSpPr/>
            <p:nvPr/>
          </p:nvSpPr>
          <p:spPr>
            <a:xfrm>
              <a:off x="10490687" y="3422449"/>
              <a:ext cx="1010243" cy="1009614"/>
            </a:xfrm>
            <a:custGeom>
              <a:avLst/>
              <a:gdLst/>
              <a:ahLst/>
              <a:cxnLst/>
              <a:rect l="l" t="t" r="r" b="b"/>
              <a:pathLst>
                <a:path w="30152" h="30131" extrusionOk="0">
                  <a:moveTo>
                    <a:pt x="15087" y="1193"/>
                  </a:moveTo>
                  <a:cubicBezTo>
                    <a:pt x="22745" y="1193"/>
                    <a:pt x="28959" y="7407"/>
                    <a:pt x="28959" y="15065"/>
                  </a:cubicBezTo>
                  <a:cubicBezTo>
                    <a:pt x="28959" y="22723"/>
                    <a:pt x="22745" y="28958"/>
                    <a:pt x="15087" y="28958"/>
                  </a:cubicBezTo>
                  <a:cubicBezTo>
                    <a:pt x="7429" y="28958"/>
                    <a:pt x="1194" y="22723"/>
                    <a:pt x="1194" y="15065"/>
                  </a:cubicBezTo>
                  <a:cubicBezTo>
                    <a:pt x="1194" y="7407"/>
                    <a:pt x="7408" y="1193"/>
                    <a:pt x="15087" y="1193"/>
                  </a:cubicBezTo>
                  <a:close/>
                  <a:moveTo>
                    <a:pt x="15087" y="0"/>
                  </a:moveTo>
                  <a:cubicBezTo>
                    <a:pt x="6759" y="0"/>
                    <a:pt x="1" y="6759"/>
                    <a:pt x="1" y="15065"/>
                  </a:cubicBezTo>
                  <a:cubicBezTo>
                    <a:pt x="1" y="23372"/>
                    <a:pt x="6759" y="30130"/>
                    <a:pt x="15087" y="30130"/>
                  </a:cubicBezTo>
                  <a:cubicBezTo>
                    <a:pt x="23394" y="30130"/>
                    <a:pt x="30152" y="23372"/>
                    <a:pt x="30152" y="15065"/>
                  </a:cubicBezTo>
                  <a:cubicBezTo>
                    <a:pt x="30152" y="6759"/>
                    <a:pt x="23394" y="0"/>
                    <a:pt x="15087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72"/>
            <p:cNvSpPr/>
            <p:nvPr/>
          </p:nvSpPr>
          <p:spPr>
            <a:xfrm>
              <a:off x="11773627" y="3442085"/>
              <a:ext cx="969568" cy="970344"/>
            </a:xfrm>
            <a:custGeom>
              <a:avLst/>
              <a:gdLst/>
              <a:ahLst/>
              <a:cxnLst/>
              <a:rect l="l" t="t" r="r" b="b"/>
              <a:pathLst>
                <a:path w="28938" h="28959" extrusionOk="0">
                  <a:moveTo>
                    <a:pt x="14479" y="0"/>
                  </a:moveTo>
                  <a:cubicBezTo>
                    <a:pt x="6466" y="0"/>
                    <a:pt x="0" y="6486"/>
                    <a:pt x="0" y="14479"/>
                  </a:cubicBezTo>
                  <a:cubicBezTo>
                    <a:pt x="0" y="22472"/>
                    <a:pt x="6466" y="28958"/>
                    <a:pt x="14479" y="28958"/>
                  </a:cubicBezTo>
                  <a:cubicBezTo>
                    <a:pt x="22472" y="28958"/>
                    <a:pt x="28937" y="22472"/>
                    <a:pt x="28937" y="14479"/>
                  </a:cubicBezTo>
                  <a:cubicBezTo>
                    <a:pt x="28937" y="6486"/>
                    <a:pt x="22472" y="0"/>
                    <a:pt x="1447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72"/>
            <p:cNvSpPr/>
            <p:nvPr/>
          </p:nvSpPr>
          <p:spPr>
            <a:xfrm>
              <a:off x="11772924" y="3442721"/>
              <a:ext cx="614850" cy="613556"/>
            </a:xfrm>
            <a:custGeom>
              <a:avLst/>
              <a:gdLst/>
              <a:ahLst/>
              <a:cxnLst/>
              <a:rect l="l" t="t" r="r" b="b"/>
              <a:pathLst>
                <a:path w="18351" h="18311" extrusionOk="0">
                  <a:moveTo>
                    <a:pt x="14681" y="0"/>
                  </a:moveTo>
                  <a:cubicBezTo>
                    <a:pt x="14614" y="0"/>
                    <a:pt x="14547" y="1"/>
                    <a:pt x="14479" y="2"/>
                  </a:cubicBezTo>
                  <a:cubicBezTo>
                    <a:pt x="14019" y="2"/>
                    <a:pt x="13580" y="23"/>
                    <a:pt x="13119" y="65"/>
                  </a:cubicBezTo>
                  <a:lnTo>
                    <a:pt x="84" y="13100"/>
                  </a:lnTo>
                  <a:cubicBezTo>
                    <a:pt x="21" y="13540"/>
                    <a:pt x="0" y="14000"/>
                    <a:pt x="0" y="14460"/>
                  </a:cubicBezTo>
                  <a:cubicBezTo>
                    <a:pt x="0" y="15799"/>
                    <a:pt x="189" y="17097"/>
                    <a:pt x="523" y="18310"/>
                  </a:cubicBezTo>
                  <a:lnTo>
                    <a:pt x="18350" y="504"/>
                  </a:lnTo>
                  <a:cubicBezTo>
                    <a:pt x="17178" y="186"/>
                    <a:pt x="15949" y="0"/>
                    <a:pt x="146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72"/>
            <p:cNvSpPr/>
            <p:nvPr/>
          </p:nvSpPr>
          <p:spPr>
            <a:xfrm>
              <a:off x="11816380" y="3485544"/>
              <a:ext cx="705280" cy="705333"/>
            </a:xfrm>
            <a:custGeom>
              <a:avLst/>
              <a:gdLst/>
              <a:ahLst/>
              <a:cxnLst/>
              <a:rect l="l" t="t" r="r" b="b"/>
              <a:pathLst>
                <a:path w="21050" h="21050" extrusionOk="0">
                  <a:moveTo>
                    <a:pt x="19166" y="0"/>
                  </a:moveTo>
                  <a:lnTo>
                    <a:pt x="0" y="19166"/>
                  </a:lnTo>
                  <a:cubicBezTo>
                    <a:pt x="293" y="19815"/>
                    <a:pt x="649" y="20443"/>
                    <a:pt x="1047" y="21049"/>
                  </a:cubicBezTo>
                  <a:lnTo>
                    <a:pt x="21050" y="1026"/>
                  </a:lnTo>
                  <a:cubicBezTo>
                    <a:pt x="20464" y="649"/>
                    <a:pt x="19836" y="293"/>
                    <a:pt x="19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72"/>
            <p:cNvSpPr/>
            <p:nvPr/>
          </p:nvSpPr>
          <p:spPr>
            <a:xfrm>
              <a:off x="11753290" y="3422449"/>
              <a:ext cx="1010243" cy="1009614"/>
            </a:xfrm>
            <a:custGeom>
              <a:avLst/>
              <a:gdLst/>
              <a:ahLst/>
              <a:cxnLst/>
              <a:rect l="l" t="t" r="r" b="b"/>
              <a:pathLst>
                <a:path w="30152" h="30131" extrusionOk="0">
                  <a:moveTo>
                    <a:pt x="15086" y="1193"/>
                  </a:moveTo>
                  <a:cubicBezTo>
                    <a:pt x="22744" y="1193"/>
                    <a:pt x="28959" y="7407"/>
                    <a:pt x="28959" y="15065"/>
                  </a:cubicBezTo>
                  <a:cubicBezTo>
                    <a:pt x="28959" y="22723"/>
                    <a:pt x="22744" y="28958"/>
                    <a:pt x="15086" y="28958"/>
                  </a:cubicBezTo>
                  <a:cubicBezTo>
                    <a:pt x="7428" y="28958"/>
                    <a:pt x="1193" y="22723"/>
                    <a:pt x="1193" y="15065"/>
                  </a:cubicBezTo>
                  <a:cubicBezTo>
                    <a:pt x="1193" y="7407"/>
                    <a:pt x="7428" y="1193"/>
                    <a:pt x="15086" y="1193"/>
                  </a:cubicBezTo>
                  <a:close/>
                  <a:moveTo>
                    <a:pt x="15086" y="0"/>
                  </a:moveTo>
                  <a:cubicBezTo>
                    <a:pt x="6759" y="0"/>
                    <a:pt x="0" y="6759"/>
                    <a:pt x="0" y="15065"/>
                  </a:cubicBezTo>
                  <a:cubicBezTo>
                    <a:pt x="0" y="23372"/>
                    <a:pt x="6759" y="30130"/>
                    <a:pt x="15086" y="30130"/>
                  </a:cubicBezTo>
                  <a:cubicBezTo>
                    <a:pt x="23393" y="30130"/>
                    <a:pt x="30151" y="23372"/>
                    <a:pt x="30151" y="15065"/>
                  </a:cubicBezTo>
                  <a:cubicBezTo>
                    <a:pt x="30151" y="6759"/>
                    <a:pt x="23393" y="0"/>
                    <a:pt x="15086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72"/>
            <p:cNvSpPr/>
            <p:nvPr/>
          </p:nvSpPr>
          <p:spPr>
            <a:xfrm>
              <a:off x="10457752" y="3880966"/>
              <a:ext cx="72237" cy="93285"/>
            </a:xfrm>
            <a:custGeom>
              <a:avLst/>
              <a:gdLst/>
              <a:ahLst/>
              <a:cxnLst/>
              <a:rect l="l" t="t" r="r" b="b"/>
              <a:pathLst>
                <a:path w="2156" h="2784" extrusionOk="0">
                  <a:moveTo>
                    <a:pt x="1381" y="0"/>
                  </a:moveTo>
                  <a:cubicBezTo>
                    <a:pt x="607" y="0"/>
                    <a:pt x="0" y="628"/>
                    <a:pt x="0" y="1381"/>
                  </a:cubicBezTo>
                  <a:cubicBezTo>
                    <a:pt x="0" y="2155"/>
                    <a:pt x="607" y="2783"/>
                    <a:pt x="1381" y="2783"/>
                  </a:cubicBezTo>
                  <a:cubicBezTo>
                    <a:pt x="2156" y="2783"/>
                    <a:pt x="1381" y="2155"/>
                    <a:pt x="1381" y="1381"/>
                  </a:cubicBezTo>
                  <a:cubicBezTo>
                    <a:pt x="1381" y="628"/>
                    <a:pt x="2156" y="0"/>
                    <a:pt x="1381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72"/>
            <p:cNvSpPr/>
            <p:nvPr/>
          </p:nvSpPr>
          <p:spPr>
            <a:xfrm>
              <a:off x="12724231" y="3880966"/>
              <a:ext cx="72237" cy="93285"/>
            </a:xfrm>
            <a:custGeom>
              <a:avLst/>
              <a:gdLst/>
              <a:ahLst/>
              <a:cxnLst/>
              <a:rect l="l" t="t" r="r" b="b"/>
              <a:pathLst>
                <a:path w="2156" h="2784" extrusionOk="0">
                  <a:moveTo>
                    <a:pt x="775" y="0"/>
                  </a:moveTo>
                  <a:cubicBezTo>
                    <a:pt x="1" y="0"/>
                    <a:pt x="775" y="628"/>
                    <a:pt x="775" y="1381"/>
                  </a:cubicBezTo>
                  <a:cubicBezTo>
                    <a:pt x="775" y="2155"/>
                    <a:pt x="1" y="2783"/>
                    <a:pt x="775" y="2783"/>
                  </a:cubicBezTo>
                  <a:cubicBezTo>
                    <a:pt x="1549" y="2783"/>
                    <a:pt x="2156" y="2155"/>
                    <a:pt x="2156" y="1381"/>
                  </a:cubicBezTo>
                  <a:cubicBezTo>
                    <a:pt x="2156" y="628"/>
                    <a:pt x="1549" y="0"/>
                    <a:pt x="775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2" name="Google Shape;982;p72"/>
          <p:cNvSpPr/>
          <p:nvPr/>
        </p:nvSpPr>
        <p:spPr>
          <a:xfrm>
            <a:off x="4571994" y="1779720"/>
            <a:ext cx="292121" cy="292121"/>
          </a:xfrm>
          <a:custGeom>
            <a:avLst/>
            <a:gdLst/>
            <a:ahLst/>
            <a:cxnLst/>
            <a:rect l="l" t="t" r="r" b="b"/>
            <a:pathLst>
              <a:path w="7994" h="7994" extrusionOk="0">
                <a:moveTo>
                  <a:pt x="3997" y="0"/>
                </a:moveTo>
                <a:cubicBezTo>
                  <a:pt x="3537" y="0"/>
                  <a:pt x="3160" y="377"/>
                  <a:pt x="3160" y="837"/>
                </a:cubicBezTo>
                <a:lnTo>
                  <a:pt x="3160" y="3160"/>
                </a:lnTo>
                <a:lnTo>
                  <a:pt x="858" y="3160"/>
                </a:lnTo>
                <a:cubicBezTo>
                  <a:pt x="377" y="3160"/>
                  <a:pt x="1" y="3536"/>
                  <a:pt x="1" y="3997"/>
                </a:cubicBezTo>
                <a:cubicBezTo>
                  <a:pt x="1" y="4457"/>
                  <a:pt x="377" y="4834"/>
                  <a:pt x="858" y="4834"/>
                </a:cubicBezTo>
                <a:lnTo>
                  <a:pt x="3160" y="4834"/>
                </a:lnTo>
                <a:lnTo>
                  <a:pt x="3160" y="7156"/>
                </a:lnTo>
                <a:cubicBezTo>
                  <a:pt x="3160" y="7617"/>
                  <a:pt x="3537" y="7993"/>
                  <a:pt x="3997" y="7993"/>
                </a:cubicBezTo>
                <a:cubicBezTo>
                  <a:pt x="4457" y="7993"/>
                  <a:pt x="4855" y="7617"/>
                  <a:pt x="4855" y="7156"/>
                </a:cubicBezTo>
                <a:lnTo>
                  <a:pt x="4855" y="4834"/>
                </a:lnTo>
                <a:lnTo>
                  <a:pt x="7156" y="4834"/>
                </a:lnTo>
                <a:cubicBezTo>
                  <a:pt x="7617" y="4834"/>
                  <a:pt x="7993" y="4457"/>
                  <a:pt x="7993" y="3997"/>
                </a:cubicBezTo>
                <a:cubicBezTo>
                  <a:pt x="7993" y="3536"/>
                  <a:pt x="7617" y="3160"/>
                  <a:pt x="7156" y="3160"/>
                </a:cubicBezTo>
                <a:lnTo>
                  <a:pt x="4855" y="3160"/>
                </a:lnTo>
                <a:lnTo>
                  <a:pt x="4855" y="837"/>
                </a:lnTo>
                <a:cubicBezTo>
                  <a:pt x="4855" y="377"/>
                  <a:pt x="4457" y="0"/>
                  <a:pt x="3997" y="0"/>
                </a:cubicBezTo>
                <a:close/>
              </a:path>
            </a:pathLst>
          </a:custGeom>
          <a:solidFill>
            <a:srgbClr val="F4E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3" name="Google Shape;983;p72"/>
          <p:cNvSpPr/>
          <p:nvPr/>
        </p:nvSpPr>
        <p:spPr>
          <a:xfrm>
            <a:off x="7864843" y="553011"/>
            <a:ext cx="353398" cy="353314"/>
          </a:xfrm>
          <a:custGeom>
            <a:avLst/>
            <a:gdLst/>
            <a:ahLst/>
            <a:cxnLst/>
            <a:rect l="l" t="t" r="r" b="b"/>
            <a:pathLst>
              <a:path w="2931" h="2930" extrusionOk="0">
                <a:moveTo>
                  <a:pt x="1466" y="0"/>
                </a:moveTo>
                <a:cubicBezTo>
                  <a:pt x="1298" y="0"/>
                  <a:pt x="1152" y="147"/>
                  <a:pt x="1152" y="314"/>
                </a:cubicBezTo>
                <a:lnTo>
                  <a:pt x="1152" y="1172"/>
                </a:lnTo>
                <a:lnTo>
                  <a:pt x="315" y="1172"/>
                </a:lnTo>
                <a:cubicBezTo>
                  <a:pt x="147" y="1172"/>
                  <a:pt x="1" y="1298"/>
                  <a:pt x="1" y="1465"/>
                </a:cubicBezTo>
                <a:cubicBezTo>
                  <a:pt x="1" y="1632"/>
                  <a:pt x="147" y="1779"/>
                  <a:pt x="315" y="1779"/>
                </a:cubicBezTo>
                <a:lnTo>
                  <a:pt x="1152" y="1779"/>
                </a:lnTo>
                <a:lnTo>
                  <a:pt x="1152" y="2637"/>
                </a:lnTo>
                <a:cubicBezTo>
                  <a:pt x="1152" y="2804"/>
                  <a:pt x="1298" y="2930"/>
                  <a:pt x="1466" y="2930"/>
                </a:cubicBezTo>
                <a:cubicBezTo>
                  <a:pt x="1633" y="2930"/>
                  <a:pt x="1779" y="2804"/>
                  <a:pt x="1779" y="2637"/>
                </a:cubicBezTo>
                <a:lnTo>
                  <a:pt x="1779" y="1779"/>
                </a:lnTo>
                <a:lnTo>
                  <a:pt x="2616" y="1779"/>
                </a:lnTo>
                <a:cubicBezTo>
                  <a:pt x="2805" y="1779"/>
                  <a:pt x="2930" y="1632"/>
                  <a:pt x="2930" y="1465"/>
                </a:cubicBezTo>
                <a:cubicBezTo>
                  <a:pt x="2930" y="1298"/>
                  <a:pt x="2805" y="1172"/>
                  <a:pt x="2616" y="1172"/>
                </a:cubicBezTo>
                <a:lnTo>
                  <a:pt x="1779" y="1172"/>
                </a:lnTo>
                <a:lnTo>
                  <a:pt x="1779" y="314"/>
                </a:lnTo>
                <a:cubicBezTo>
                  <a:pt x="1779" y="147"/>
                  <a:pt x="1633" y="0"/>
                  <a:pt x="1466" y="0"/>
                </a:cubicBezTo>
                <a:close/>
              </a:path>
            </a:pathLst>
          </a:custGeom>
          <a:solidFill>
            <a:srgbClr val="F4E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4" name="Google Shape;984;p72"/>
          <p:cNvSpPr/>
          <p:nvPr/>
        </p:nvSpPr>
        <p:spPr>
          <a:xfrm>
            <a:off x="5195092" y="3262471"/>
            <a:ext cx="577253" cy="577221"/>
          </a:xfrm>
          <a:custGeom>
            <a:avLst/>
            <a:gdLst/>
            <a:ahLst/>
            <a:cxnLst/>
            <a:rect l="l" t="t" r="r" b="b"/>
            <a:pathLst>
              <a:path w="4207" h="4207" extrusionOk="0">
                <a:moveTo>
                  <a:pt x="2093" y="1"/>
                </a:moveTo>
                <a:cubicBezTo>
                  <a:pt x="1863" y="1"/>
                  <a:pt x="1654" y="210"/>
                  <a:pt x="1654" y="440"/>
                </a:cubicBezTo>
                <a:lnTo>
                  <a:pt x="1654" y="1675"/>
                </a:lnTo>
                <a:lnTo>
                  <a:pt x="440" y="1675"/>
                </a:lnTo>
                <a:cubicBezTo>
                  <a:pt x="189" y="1675"/>
                  <a:pt x="1" y="1863"/>
                  <a:pt x="1" y="2114"/>
                </a:cubicBezTo>
                <a:cubicBezTo>
                  <a:pt x="1" y="2344"/>
                  <a:pt x="189" y="2553"/>
                  <a:pt x="440" y="2553"/>
                </a:cubicBezTo>
                <a:lnTo>
                  <a:pt x="1654" y="2553"/>
                </a:lnTo>
                <a:lnTo>
                  <a:pt x="1654" y="3767"/>
                </a:lnTo>
                <a:cubicBezTo>
                  <a:pt x="1654" y="4018"/>
                  <a:pt x="1863" y="4206"/>
                  <a:pt x="2093" y="4206"/>
                </a:cubicBezTo>
                <a:cubicBezTo>
                  <a:pt x="2344" y="4206"/>
                  <a:pt x="2533" y="4018"/>
                  <a:pt x="2533" y="3767"/>
                </a:cubicBezTo>
                <a:lnTo>
                  <a:pt x="2533" y="2553"/>
                </a:lnTo>
                <a:lnTo>
                  <a:pt x="3767" y="2553"/>
                </a:lnTo>
                <a:cubicBezTo>
                  <a:pt x="3997" y="2553"/>
                  <a:pt x="4206" y="2344"/>
                  <a:pt x="4206" y="2114"/>
                </a:cubicBezTo>
                <a:cubicBezTo>
                  <a:pt x="4206" y="1863"/>
                  <a:pt x="4018" y="1675"/>
                  <a:pt x="3767" y="1675"/>
                </a:cubicBezTo>
                <a:lnTo>
                  <a:pt x="2533" y="1675"/>
                </a:lnTo>
                <a:lnTo>
                  <a:pt x="2533" y="440"/>
                </a:lnTo>
                <a:cubicBezTo>
                  <a:pt x="2533" y="210"/>
                  <a:pt x="2344" y="1"/>
                  <a:pt x="2093" y="1"/>
                </a:cubicBezTo>
                <a:close/>
              </a:path>
            </a:pathLst>
          </a:custGeom>
          <a:solidFill>
            <a:srgbClr val="F4E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ration of '27 by Slidesgo">
  <a:themeElements>
    <a:clrScheme name="Simple Light">
      <a:dk1>
        <a:srgbClr val="000000"/>
      </a:dk1>
      <a:lt1>
        <a:srgbClr val="FFFFFF"/>
      </a:lt1>
      <a:dk2>
        <a:srgbClr val="7F694C"/>
      </a:dk2>
      <a:lt2>
        <a:srgbClr val="E0DAC8"/>
      </a:lt2>
      <a:accent1>
        <a:srgbClr val="E7D8AC"/>
      </a:accent1>
      <a:accent2>
        <a:srgbClr val="BEB296"/>
      </a:accent2>
      <a:accent3>
        <a:srgbClr val="8A7C5C"/>
      </a:accent3>
      <a:accent4>
        <a:srgbClr val="BB9245"/>
      </a:accent4>
      <a:accent5>
        <a:srgbClr val="D8D0B7"/>
      </a:accent5>
      <a:accent6>
        <a:srgbClr val="FFF1C6"/>
      </a:accent6>
      <a:hlink>
        <a:srgbClr val="7F694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1059</Words>
  <Application>Microsoft Office PowerPoint</Application>
  <PresentationFormat>如螢幕大小 (16:9)</PresentationFormat>
  <Paragraphs>132</Paragraphs>
  <Slides>10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Roboto</vt:lpstr>
      <vt:lpstr>Arial</vt:lpstr>
      <vt:lpstr>Libre Baskerville</vt:lpstr>
      <vt:lpstr>標楷體</vt:lpstr>
      <vt:lpstr>Generation of '27 by Slidesgo</vt:lpstr>
      <vt:lpstr>寵物合夥人</vt:lpstr>
      <vt:lpstr>北市動物之家犬貓認養率/退養率</vt:lpstr>
      <vt:lpstr>常見棄養動物的5大原因</vt:lpstr>
      <vt:lpstr>人物誌</vt:lpstr>
      <vt:lpstr>PowerPoint 簡報</vt:lpstr>
      <vt:lpstr>PowerPoint 簡報</vt:lpstr>
      <vt:lpstr>合作夥伴</vt:lpstr>
      <vt:lpstr>主流程</vt:lpstr>
      <vt:lpstr>主流程</vt:lpstr>
      <vt:lpstr>03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遠筑 鄧</cp:lastModifiedBy>
  <cp:revision>5</cp:revision>
  <dcterms:modified xsi:type="dcterms:W3CDTF">2026-06-07T11:27:03Z</dcterms:modified>
</cp:coreProperties>
</file>